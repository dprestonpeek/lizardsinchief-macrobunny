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  <p:sldId id="261" r:id="rId6"/>
    <p:sldId id="260" r:id="rId7"/>
  </p:sldIdLst>
  <p:sldSz cx="18288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D3A0"/>
    <a:srgbClr val="FCEDD8"/>
    <a:srgbClr val="F9E1BD"/>
    <a:srgbClr val="643608"/>
    <a:srgbClr val="8C4C0C"/>
    <a:srgbClr val="0F2B45"/>
    <a:srgbClr val="215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050" y="-29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992968"/>
            <a:ext cx="15544800" cy="6366933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9605435"/>
            <a:ext cx="13716000" cy="4415365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8853-9688-4D3D-BC78-5C03EB5BD2E8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BA6A-ECA5-4059-B4B9-20C1347F9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901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8853-9688-4D3D-BC78-5C03EB5BD2E8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BA6A-ECA5-4059-B4B9-20C1347F9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314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4559305"/>
            <a:ext cx="15773400" cy="7607299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12238572"/>
            <a:ext cx="15773400" cy="4000499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8853-9688-4D3D-BC78-5C03EB5BD2E8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BA6A-ECA5-4059-B4B9-20C1347F9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74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8853-9688-4D3D-BC78-5C03EB5BD2E8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BA6A-ECA5-4059-B4B9-20C1347F9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706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73671"/>
            <a:ext cx="1577340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4483101"/>
            <a:ext cx="7736680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6680200"/>
            <a:ext cx="773668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4483101"/>
            <a:ext cx="7774782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6680200"/>
            <a:ext cx="7774782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8853-9688-4D3D-BC78-5C03EB5BD2E8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BA6A-ECA5-4059-B4B9-20C1347F9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186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8853-9688-4D3D-BC78-5C03EB5BD2E8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BA6A-ECA5-4059-B4B9-20C1347F9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8853-9688-4D3D-BC78-5C03EB5BD2E8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BA6A-ECA5-4059-B4B9-20C1347F9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37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2633138"/>
            <a:ext cx="9258300" cy="12996333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8853-9688-4D3D-BC78-5C03EB5BD2E8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BA6A-ECA5-4059-B4B9-20C1347F9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250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2633138"/>
            <a:ext cx="9258300" cy="12996333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8853-9688-4D3D-BC78-5C03EB5BD2E8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BA6A-ECA5-4059-B4B9-20C1347F9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54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8853-9688-4D3D-BC78-5C03EB5BD2E8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BA6A-ECA5-4059-B4B9-20C1347F9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418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973667"/>
            <a:ext cx="3943350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973667"/>
            <a:ext cx="11601450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8853-9688-4D3D-BC78-5C03EB5BD2E8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BA6A-ECA5-4059-B4B9-20C1347F9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268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973671"/>
            <a:ext cx="157734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4868333"/>
            <a:ext cx="157734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118853-9688-4D3D-BC78-5C03EB5BD2E8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19BA6A-ECA5-4059-B4B9-20C1347F9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03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162">
            <a:extLst>
              <a:ext uri="{FF2B5EF4-FFF2-40B4-BE49-F238E27FC236}">
                <a16:creationId xmlns:a16="http://schemas.microsoft.com/office/drawing/2014/main" id="{0BABF644-46A7-A7E8-8CFA-3863817827C0}"/>
              </a:ext>
            </a:extLst>
          </p:cNvPr>
          <p:cNvGrpSpPr/>
          <p:nvPr/>
        </p:nvGrpSpPr>
        <p:grpSpPr>
          <a:xfrm>
            <a:off x="-600410" y="-1"/>
            <a:ext cx="19488819" cy="18288001"/>
            <a:chOff x="-600410" y="-1"/>
            <a:chExt cx="19488819" cy="18288001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9ED89BFB-03D4-2E6F-59FD-34DEE6F65919}"/>
                </a:ext>
              </a:extLst>
            </p:cNvPr>
            <p:cNvGrpSpPr/>
            <p:nvPr/>
          </p:nvGrpSpPr>
          <p:grpSpPr>
            <a:xfrm>
              <a:off x="3400" y="9288124"/>
              <a:ext cx="18294798" cy="8999876"/>
              <a:chOff x="0" y="9383107"/>
              <a:chExt cx="18294798" cy="8999876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C940CE0C-A0C9-06B8-0E13-2C48618FEA8C}"/>
                  </a:ext>
                </a:extLst>
              </p:cNvPr>
              <p:cNvSpPr/>
              <p:nvPr/>
            </p:nvSpPr>
            <p:spPr>
              <a:xfrm rot="10800000">
                <a:off x="3399" y="9383107"/>
                <a:ext cx="18288000" cy="899987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0A4CF39A-4780-29D0-651A-757D9B93EF18}"/>
                  </a:ext>
                </a:extLst>
              </p:cNvPr>
              <p:cNvSpPr/>
              <p:nvPr/>
            </p:nvSpPr>
            <p:spPr>
              <a:xfrm rot="10800000">
                <a:off x="16465998" y="1655418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6C189DD-1ABB-5452-DAA4-C03CF157DAC7}"/>
                  </a:ext>
                </a:extLst>
              </p:cNvPr>
              <p:cNvSpPr/>
              <p:nvPr/>
            </p:nvSpPr>
            <p:spPr>
              <a:xfrm rot="10800000">
                <a:off x="14637198" y="1472538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40D6B79-050F-B0C7-32AA-414BE6B32260}"/>
                  </a:ext>
                </a:extLst>
              </p:cNvPr>
              <p:cNvSpPr/>
              <p:nvPr/>
            </p:nvSpPr>
            <p:spPr>
              <a:xfrm rot="10800000">
                <a:off x="12811797" y="1289658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BC55105-51F5-235F-959D-84387D6856D3}"/>
                  </a:ext>
                </a:extLst>
              </p:cNvPr>
              <p:cNvSpPr/>
              <p:nvPr/>
            </p:nvSpPr>
            <p:spPr>
              <a:xfrm rot="10800000">
                <a:off x="10972800" y="1472538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5D5E6B6E-17A5-BE8F-4C63-1A871960BD63}"/>
                  </a:ext>
                </a:extLst>
              </p:cNvPr>
              <p:cNvSpPr/>
              <p:nvPr/>
            </p:nvSpPr>
            <p:spPr>
              <a:xfrm rot="10800000">
                <a:off x="9144000" y="1287683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1F1FBFDE-BAF5-24C6-5D15-29E81D113481}"/>
                  </a:ext>
                </a:extLst>
              </p:cNvPr>
              <p:cNvSpPr/>
              <p:nvPr/>
            </p:nvSpPr>
            <p:spPr>
              <a:xfrm rot="10800000">
                <a:off x="7321998" y="1472538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976B9650-6D2A-81D2-E2CB-5C4183AC9AF7}"/>
                  </a:ext>
                </a:extLst>
              </p:cNvPr>
              <p:cNvSpPr/>
              <p:nvPr/>
            </p:nvSpPr>
            <p:spPr>
              <a:xfrm rot="10800000">
                <a:off x="5482866" y="1655418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B77C82D-A592-0577-E417-FE645D7D8AAD}"/>
                  </a:ext>
                </a:extLst>
              </p:cNvPr>
              <p:cNvSpPr/>
              <p:nvPr/>
            </p:nvSpPr>
            <p:spPr>
              <a:xfrm rot="10800000">
                <a:off x="3685062" y="1472538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F5F4A66-1014-5624-8BAA-28BE1391E044}"/>
                  </a:ext>
                </a:extLst>
              </p:cNvPr>
              <p:cNvSpPr/>
              <p:nvPr/>
            </p:nvSpPr>
            <p:spPr>
              <a:xfrm rot="10800000">
                <a:off x="1832199" y="1286774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7E4F7C24-99C3-118B-6F20-999BACEE79C1}"/>
                  </a:ext>
                </a:extLst>
              </p:cNvPr>
              <p:cNvSpPr/>
              <p:nvPr/>
            </p:nvSpPr>
            <p:spPr>
              <a:xfrm rot="10800000">
                <a:off x="1832199" y="1655418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A74E1D2-5FC6-59E8-E6DD-0A2CB6615909}"/>
                  </a:ext>
                </a:extLst>
              </p:cNvPr>
              <p:cNvSpPr/>
              <p:nvPr/>
            </p:nvSpPr>
            <p:spPr>
              <a:xfrm rot="10800000">
                <a:off x="12808398" y="1287683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56AA19-3BA6-3826-97BF-112A952DE16A}"/>
                  </a:ext>
                </a:extLst>
              </p:cNvPr>
              <p:cNvSpPr/>
              <p:nvPr/>
            </p:nvSpPr>
            <p:spPr>
              <a:xfrm rot="10800000">
                <a:off x="9161130" y="1655418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70F76163-0D46-B41E-433E-F2AD8DCA7A64}"/>
                  </a:ext>
                </a:extLst>
              </p:cNvPr>
              <p:cNvSpPr/>
              <p:nvPr/>
            </p:nvSpPr>
            <p:spPr>
              <a:xfrm rot="10800000">
                <a:off x="0" y="1469654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C72D325-8E53-D326-4BA4-9E1A66B620AE}"/>
                  </a:ext>
                </a:extLst>
              </p:cNvPr>
              <p:cNvSpPr/>
              <p:nvPr/>
            </p:nvSpPr>
            <p:spPr>
              <a:xfrm rot="10800000">
                <a:off x="12811814" y="1652534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78021FFB-E3D8-289A-E027-FA75754FEB21}"/>
                </a:ext>
              </a:extLst>
            </p:cNvPr>
            <p:cNvGrpSpPr/>
            <p:nvPr/>
          </p:nvGrpSpPr>
          <p:grpSpPr>
            <a:xfrm>
              <a:off x="-600410" y="-1"/>
              <a:ext cx="19488819" cy="9288122"/>
              <a:chOff x="-600410" y="-1"/>
              <a:chExt cx="19488819" cy="9288122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6E5EC8AD-B787-49A4-B0DA-831DEF81B52F}"/>
                  </a:ext>
                </a:extLst>
              </p:cNvPr>
              <p:cNvSpPr/>
              <p:nvPr/>
            </p:nvSpPr>
            <p:spPr>
              <a:xfrm rot="10800000">
                <a:off x="9524" y="-1"/>
                <a:ext cx="18288000" cy="9288122"/>
              </a:xfrm>
              <a:prstGeom prst="rect">
                <a:avLst/>
              </a:prstGeom>
              <a:solidFill>
                <a:srgbClr val="F9E1B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Trapezoid 57">
                <a:extLst>
                  <a:ext uri="{FF2B5EF4-FFF2-40B4-BE49-F238E27FC236}">
                    <a16:creationId xmlns:a16="http://schemas.microsoft.com/office/drawing/2014/main" id="{118A2E94-CC39-5BF5-C7FC-2B9CE6534CB0}"/>
                  </a:ext>
                </a:extLst>
              </p:cNvPr>
              <p:cNvSpPr/>
              <p:nvPr/>
            </p:nvSpPr>
            <p:spPr>
              <a:xfrm rot="19800000">
                <a:off x="-600410" y="3361903"/>
                <a:ext cx="4547286" cy="1216152"/>
              </a:xfrm>
              <a:prstGeom prst="trapezoid">
                <a:avLst>
                  <a:gd name="adj" fmla="val 57575"/>
                </a:avLst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1B2D5E67-8A71-749E-D5BF-AE9EBF2BFAFA}"/>
                  </a:ext>
                </a:extLst>
              </p:cNvPr>
              <p:cNvSpPr/>
              <p:nvPr/>
            </p:nvSpPr>
            <p:spPr>
              <a:xfrm rot="10800000">
                <a:off x="2752389" y="2657053"/>
                <a:ext cx="12782884" cy="1216152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Trapezoid 59">
                <a:extLst>
                  <a:ext uri="{FF2B5EF4-FFF2-40B4-BE49-F238E27FC236}">
                    <a16:creationId xmlns:a16="http://schemas.microsoft.com/office/drawing/2014/main" id="{DC3C7674-C050-5045-7FCF-06A1FE1B8578}"/>
                  </a:ext>
                </a:extLst>
              </p:cNvPr>
              <p:cNvSpPr/>
              <p:nvPr/>
            </p:nvSpPr>
            <p:spPr>
              <a:xfrm rot="9000000">
                <a:off x="14341123" y="1944600"/>
                <a:ext cx="4547286" cy="1216152"/>
              </a:xfrm>
              <a:prstGeom prst="trapezoid">
                <a:avLst>
                  <a:gd name="adj" fmla="val 57575"/>
                </a:avLst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36437048-539E-86B0-31E3-A01758FCF68D}"/>
                </a:ext>
              </a:extLst>
            </p:cNvPr>
            <p:cNvGrpSpPr/>
            <p:nvPr/>
          </p:nvGrpSpPr>
          <p:grpSpPr>
            <a:xfrm>
              <a:off x="1251257" y="3695681"/>
              <a:ext cx="1899987" cy="5705976"/>
              <a:chOff x="5510462" y="2237874"/>
              <a:chExt cx="1899987" cy="5705976"/>
            </a:xfrm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ADA97E9A-8119-C355-520E-15BE07CA96CE}"/>
                  </a:ext>
                </a:extLst>
              </p:cNvPr>
              <p:cNvSpPr/>
              <p:nvPr/>
            </p:nvSpPr>
            <p:spPr>
              <a:xfrm>
                <a:off x="5510462" y="2237874"/>
                <a:ext cx="1899987" cy="5705976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E2793F74-1A35-9411-2B56-0B6F2E5055DE}"/>
                  </a:ext>
                </a:extLst>
              </p:cNvPr>
              <p:cNvGrpSpPr/>
              <p:nvPr/>
            </p:nvGrpSpPr>
            <p:grpSpPr>
              <a:xfrm>
                <a:off x="5862136" y="2818397"/>
                <a:ext cx="1195890" cy="502075"/>
                <a:chOff x="5966910" y="2970798"/>
                <a:chExt cx="909889" cy="382002"/>
              </a:xfrm>
            </p:grpSpPr>
            <p:sp>
              <p:nvSpPr>
                <p:cNvPr id="160" name="Trapezoid 159">
                  <a:extLst>
                    <a:ext uri="{FF2B5EF4-FFF2-40B4-BE49-F238E27FC236}">
                      <a16:creationId xmlns:a16="http://schemas.microsoft.com/office/drawing/2014/main" id="{4385CBF1-999E-F0E4-2B2D-BCFCFDD1C79B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" name="Trapezoid 160">
                  <a:extLst>
                    <a:ext uri="{FF2B5EF4-FFF2-40B4-BE49-F238E27FC236}">
                      <a16:creationId xmlns:a16="http://schemas.microsoft.com/office/drawing/2014/main" id="{24A1241D-4A73-2F76-CAF0-79B390314C95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" name="Trapezoid 161">
                  <a:extLst>
                    <a:ext uri="{FF2B5EF4-FFF2-40B4-BE49-F238E27FC236}">
                      <a16:creationId xmlns:a16="http://schemas.microsoft.com/office/drawing/2014/main" id="{1D81F312-5261-CDDD-61BC-BAB8A4904075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EF5CCC3E-3EE9-ECE5-CC65-1E97B653F235}"/>
                  </a:ext>
                </a:extLst>
              </p:cNvPr>
              <p:cNvGrpSpPr/>
              <p:nvPr/>
            </p:nvGrpSpPr>
            <p:grpSpPr>
              <a:xfrm rot="10800000">
                <a:off x="5862510" y="6769775"/>
                <a:ext cx="1195890" cy="502075"/>
                <a:chOff x="5966910" y="2970798"/>
                <a:chExt cx="909889" cy="382002"/>
              </a:xfrm>
            </p:grpSpPr>
            <p:sp>
              <p:nvSpPr>
                <p:cNvPr id="157" name="Trapezoid 156">
                  <a:extLst>
                    <a:ext uri="{FF2B5EF4-FFF2-40B4-BE49-F238E27FC236}">
                      <a16:creationId xmlns:a16="http://schemas.microsoft.com/office/drawing/2014/main" id="{BA0B4E06-EA2F-1224-A194-7A8FED193037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" name="Trapezoid 157">
                  <a:extLst>
                    <a:ext uri="{FF2B5EF4-FFF2-40B4-BE49-F238E27FC236}">
                      <a16:creationId xmlns:a16="http://schemas.microsoft.com/office/drawing/2014/main" id="{0F71C81A-C3F2-8094-AD71-1A3E7A6F02A8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" name="Trapezoid 158">
                  <a:extLst>
                    <a:ext uri="{FF2B5EF4-FFF2-40B4-BE49-F238E27FC236}">
                      <a16:creationId xmlns:a16="http://schemas.microsoft.com/office/drawing/2014/main" id="{7096C889-229F-D07D-736F-9973D2B166B6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F2835B24-2AD1-A449-4AF5-7BA7C71B741D}"/>
                  </a:ext>
                </a:extLst>
              </p:cNvPr>
              <p:cNvSpPr/>
              <p:nvPr/>
            </p:nvSpPr>
            <p:spPr>
              <a:xfrm>
                <a:off x="5729923" y="4712607"/>
                <a:ext cx="264426" cy="26442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Trapezoid 155">
                <a:extLst>
                  <a:ext uri="{FF2B5EF4-FFF2-40B4-BE49-F238E27FC236}">
                    <a16:creationId xmlns:a16="http://schemas.microsoft.com/office/drawing/2014/main" id="{D91B12DC-3F79-B199-AE83-3314F3566FB3}"/>
                  </a:ext>
                </a:extLst>
              </p:cNvPr>
              <p:cNvSpPr/>
              <p:nvPr/>
            </p:nvSpPr>
            <p:spPr>
              <a:xfrm rot="5400000">
                <a:off x="5704847" y="5128569"/>
                <a:ext cx="314578" cy="68790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B7E7D74-F5AF-8878-4EF9-7E7F0674CF32}"/>
                </a:ext>
              </a:extLst>
            </p:cNvPr>
            <p:cNvGrpSpPr/>
            <p:nvPr/>
          </p:nvGrpSpPr>
          <p:grpSpPr>
            <a:xfrm>
              <a:off x="3163655" y="3695681"/>
              <a:ext cx="1899987" cy="5705976"/>
              <a:chOff x="5510462" y="2237874"/>
              <a:chExt cx="1899987" cy="5705976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6D9461F-D73E-C47D-7153-8C0CA9493934}"/>
                  </a:ext>
                </a:extLst>
              </p:cNvPr>
              <p:cNvSpPr/>
              <p:nvPr/>
            </p:nvSpPr>
            <p:spPr>
              <a:xfrm>
                <a:off x="5510462" y="2237874"/>
                <a:ext cx="1899987" cy="5705976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E7CEA345-DDE9-6117-C429-289A21BC1F33}"/>
                  </a:ext>
                </a:extLst>
              </p:cNvPr>
              <p:cNvGrpSpPr/>
              <p:nvPr/>
            </p:nvGrpSpPr>
            <p:grpSpPr>
              <a:xfrm>
                <a:off x="5862136" y="2818397"/>
                <a:ext cx="1195890" cy="502075"/>
                <a:chOff x="5966910" y="2970798"/>
                <a:chExt cx="909889" cy="382002"/>
              </a:xfrm>
            </p:grpSpPr>
            <p:sp>
              <p:nvSpPr>
                <p:cNvPr id="5" name="Trapezoid 4">
                  <a:extLst>
                    <a:ext uri="{FF2B5EF4-FFF2-40B4-BE49-F238E27FC236}">
                      <a16:creationId xmlns:a16="http://schemas.microsoft.com/office/drawing/2014/main" id="{0BACA6AF-1A18-93C8-B44F-FE9712089AF7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Trapezoid 5">
                  <a:extLst>
                    <a:ext uri="{FF2B5EF4-FFF2-40B4-BE49-F238E27FC236}">
                      <a16:creationId xmlns:a16="http://schemas.microsoft.com/office/drawing/2014/main" id="{6AA9321A-10C2-0964-84BD-9726D5052533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Trapezoid 6">
                  <a:extLst>
                    <a:ext uri="{FF2B5EF4-FFF2-40B4-BE49-F238E27FC236}">
                      <a16:creationId xmlns:a16="http://schemas.microsoft.com/office/drawing/2014/main" id="{F3E3E18F-AEA1-5EFF-3BD3-F9B288BD7586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99F7B9D3-3D06-42B6-2533-B815E0E643BD}"/>
                  </a:ext>
                </a:extLst>
              </p:cNvPr>
              <p:cNvGrpSpPr/>
              <p:nvPr/>
            </p:nvGrpSpPr>
            <p:grpSpPr>
              <a:xfrm rot="10800000">
                <a:off x="5862510" y="6769775"/>
                <a:ext cx="1195890" cy="502075"/>
                <a:chOff x="5966910" y="2970798"/>
                <a:chExt cx="909889" cy="382002"/>
              </a:xfrm>
            </p:grpSpPr>
            <p:sp>
              <p:nvSpPr>
                <p:cNvPr id="12" name="Trapezoid 11">
                  <a:extLst>
                    <a:ext uri="{FF2B5EF4-FFF2-40B4-BE49-F238E27FC236}">
                      <a16:creationId xmlns:a16="http://schemas.microsoft.com/office/drawing/2014/main" id="{D67D23A1-8E2D-B0F8-6F9E-7CF5AF2B3CF9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Trapezoid 12">
                  <a:extLst>
                    <a:ext uri="{FF2B5EF4-FFF2-40B4-BE49-F238E27FC236}">
                      <a16:creationId xmlns:a16="http://schemas.microsoft.com/office/drawing/2014/main" id="{4B59D147-7EF1-46C0-7F2B-64D203734590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Trapezoid 13">
                  <a:extLst>
                    <a:ext uri="{FF2B5EF4-FFF2-40B4-BE49-F238E27FC236}">
                      <a16:creationId xmlns:a16="http://schemas.microsoft.com/office/drawing/2014/main" id="{1ED2EBC0-8579-8B16-A662-011ED86867C7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5240421-E376-0B27-EA77-EDFFB3F4DB03}"/>
                  </a:ext>
                </a:extLst>
              </p:cNvPr>
              <p:cNvSpPr/>
              <p:nvPr/>
            </p:nvSpPr>
            <p:spPr>
              <a:xfrm>
                <a:off x="5729923" y="4712607"/>
                <a:ext cx="264426" cy="26442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rapezoid 15">
                <a:extLst>
                  <a:ext uri="{FF2B5EF4-FFF2-40B4-BE49-F238E27FC236}">
                    <a16:creationId xmlns:a16="http://schemas.microsoft.com/office/drawing/2014/main" id="{B1E66BDF-0A17-A627-5694-B51CA40AC485}"/>
                  </a:ext>
                </a:extLst>
              </p:cNvPr>
              <p:cNvSpPr/>
              <p:nvPr/>
            </p:nvSpPr>
            <p:spPr>
              <a:xfrm rot="5400000">
                <a:off x="5704847" y="5128569"/>
                <a:ext cx="314578" cy="68790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E4A0C42-6FF6-163B-02FC-8B68B198BA42}"/>
                </a:ext>
              </a:extLst>
            </p:cNvPr>
            <p:cNvGrpSpPr/>
            <p:nvPr/>
          </p:nvGrpSpPr>
          <p:grpSpPr>
            <a:xfrm>
              <a:off x="0" y="4766681"/>
              <a:ext cx="2511707" cy="7543071"/>
              <a:chOff x="5510462" y="2237874"/>
              <a:chExt cx="1899987" cy="570597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57CB85B-E8BA-FDFB-8F63-CD822FF4DBD0}"/>
                  </a:ext>
                </a:extLst>
              </p:cNvPr>
              <p:cNvSpPr/>
              <p:nvPr/>
            </p:nvSpPr>
            <p:spPr>
              <a:xfrm>
                <a:off x="5510462" y="2237874"/>
                <a:ext cx="1899987" cy="5705976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81E5EAC0-196B-CF06-48C2-F7257002FEA2}"/>
                  </a:ext>
                </a:extLst>
              </p:cNvPr>
              <p:cNvGrpSpPr/>
              <p:nvPr/>
            </p:nvGrpSpPr>
            <p:grpSpPr>
              <a:xfrm>
                <a:off x="5862136" y="2818397"/>
                <a:ext cx="1195890" cy="502075"/>
                <a:chOff x="5966910" y="2970798"/>
                <a:chExt cx="909889" cy="382002"/>
              </a:xfrm>
            </p:grpSpPr>
            <p:sp>
              <p:nvSpPr>
                <p:cNvPr id="27" name="Trapezoid 26">
                  <a:extLst>
                    <a:ext uri="{FF2B5EF4-FFF2-40B4-BE49-F238E27FC236}">
                      <a16:creationId xmlns:a16="http://schemas.microsoft.com/office/drawing/2014/main" id="{80E7B625-13FA-B543-159C-AE9055E32EB7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Trapezoid 27">
                  <a:extLst>
                    <a:ext uri="{FF2B5EF4-FFF2-40B4-BE49-F238E27FC236}">
                      <a16:creationId xmlns:a16="http://schemas.microsoft.com/office/drawing/2014/main" id="{9B8B42C4-29B3-916B-4403-65C9D62710A0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Trapezoid 28">
                  <a:extLst>
                    <a:ext uri="{FF2B5EF4-FFF2-40B4-BE49-F238E27FC236}">
                      <a16:creationId xmlns:a16="http://schemas.microsoft.com/office/drawing/2014/main" id="{604BE887-D300-DB5A-CC9F-D9D1AD943939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58BF214-B0C0-2904-97B0-C6378FA76571}"/>
                  </a:ext>
                </a:extLst>
              </p:cNvPr>
              <p:cNvGrpSpPr/>
              <p:nvPr/>
            </p:nvGrpSpPr>
            <p:grpSpPr>
              <a:xfrm rot="10800000">
                <a:off x="5862510" y="6769775"/>
                <a:ext cx="1195890" cy="502075"/>
                <a:chOff x="5966910" y="2970798"/>
                <a:chExt cx="909889" cy="382002"/>
              </a:xfrm>
            </p:grpSpPr>
            <p:sp>
              <p:nvSpPr>
                <p:cNvPr id="24" name="Trapezoid 23">
                  <a:extLst>
                    <a:ext uri="{FF2B5EF4-FFF2-40B4-BE49-F238E27FC236}">
                      <a16:creationId xmlns:a16="http://schemas.microsoft.com/office/drawing/2014/main" id="{51ACB25F-2BF3-59F3-C36A-7EECEA5C011B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Trapezoid 24">
                  <a:extLst>
                    <a:ext uri="{FF2B5EF4-FFF2-40B4-BE49-F238E27FC236}">
                      <a16:creationId xmlns:a16="http://schemas.microsoft.com/office/drawing/2014/main" id="{29B65D49-DB1E-2907-4477-B96FA07679EA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Trapezoid 25">
                  <a:extLst>
                    <a:ext uri="{FF2B5EF4-FFF2-40B4-BE49-F238E27FC236}">
                      <a16:creationId xmlns:a16="http://schemas.microsoft.com/office/drawing/2014/main" id="{E93E43C9-FCA1-7DE4-17D5-DC6A8A7E476A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F83AFF2-466D-9415-51F3-2102C17D046D}"/>
                  </a:ext>
                </a:extLst>
              </p:cNvPr>
              <p:cNvSpPr/>
              <p:nvPr/>
            </p:nvSpPr>
            <p:spPr>
              <a:xfrm>
                <a:off x="5729923" y="4712607"/>
                <a:ext cx="264426" cy="264426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rapezoid 22">
                <a:extLst>
                  <a:ext uri="{FF2B5EF4-FFF2-40B4-BE49-F238E27FC236}">
                    <a16:creationId xmlns:a16="http://schemas.microsoft.com/office/drawing/2014/main" id="{8AD82607-E273-A951-BBCB-E43EE155D194}"/>
                  </a:ext>
                </a:extLst>
              </p:cNvPr>
              <p:cNvSpPr/>
              <p:nvPr/>
            </p:nvSpPr>
            <p:spPr>
              <a:xfrm rot="5400000">
                <a:off x="5704847" y="5128569"/>
                <a:ext cx="314578" cy="68790"/>
              </a:xfrm>
              <a:prstGeom prst="trapezoid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0B517666-27F4-5C4D-89D9-17C182272CA7}"/>
                </a:ext>
              </a:extLst>
            </p:cNvPr>
            <p:cNvGrpSpPr/>
            <p:nvPr/>
          </p:nvGrpSpPr>
          <p:grpSpPr>
            <a:xfrm>
              <a:off x="5077407" y="3691785"/>
              <a:ext cx="1899987" cy="5705976"/>
              <a:chOff x="5510462" y="2237874"/>
              <a:chExt cx="1899987" cy="5705976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8606448E-8440-A0D5-046A-ECA07D71838C}"/>
                  </a:ext>
                </a:extLst>
              </p:cNvPr>
              <p:cNvSpPr/>
              <p:nvPr/>
            </p:nvSpPr>
            <p:spPr>
              <a:xfrm>
                <a:off x="5510462" y="2237874"/>
                <a:ext cx="1899987" cy="5705976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5607C56A-AF6A-443E-5C29-A52419198279}"/>
                  </a:ext>
                </a:extLst>
              </p:cNvPr>
              <p:cNvGrpSpPr/>
              <p:nvPr/>
            </p:nvGrpSpPr>
            <p:grpSpPr>
              <a:xfrm>
                <a:off x="5862136" y="2818397"/>
                <a:ext cx="1195890" cy="502075"/>
                <a:chOff x="5966910" y="2970798"/>
                <a:chExt cx="909889" cy="382002"/>
              </a:xfrm>
            </p:grpSpPr>
            <p:sp>
              <p:nvSpPr>
                <p:cNvPr id="76" name="Trapezoid 75">
                  <a:extLst>
                    <a:ext uri="{FF2B5EF4-FFF2-40B4-BE49-F238E27FC236}">
                      <a16:creationId xmlns:a16="http://schemas.microsoft.com/office/drawing/2014/main" id="{D9111604-D39E-BCFB-D6A0-113A47F792CB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Trapezoid 76">
                  <a:extLst>
                    <a:ext uri="{FF2B5EF4-FFF2-40B4-BE49-F238E27FC236}">
                      <a16:creationId xmlns:a16="http://schemas.microsoft.com/office/drawing/2014/main" id="{55A4DE64-4B95-A6F1-2643-3C78AE004F7C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Trapezoid 77">
                  <a:extLst>
                    <a:ext uri="{FF2B5EF4-FFF2-40B4-BE49-F238E27FC236}">
                      <a16:creationId xmlns:a16="http://schemas.microsoft.com/office/drawing/2014/main" id="{429F42AC-49F5-C518-4944-770DCA75FB43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5B4F75D4-1A79-8E81-AC67-BC269AC87EF9}"/>
                  </a:ext>
                </a:extLst>
              </p:cNvPr>
              <p:cNvGrpSpPr/>
              <p:nvPr/>
            </p:nvGrpSpPr>
            <p:grpSpPr>
              <a:xfrm rot="10800000">
                <a:off x="5862510" y="6769775"/>
                <a:ext cx="1195890" cy="502075"/>
                <a:chOff x="5966910" y="2970798"/>
                <a:chExt cx="909889" cy="382002"/>
              </a:xfrm>
            </p:grpSpPr>
            <p:sp>
              <p:nvSpPr>
                <p:cNvPr id="73" name="Trapezoid 72">
                  <a:extLst>
                    <a:ext uri="{FF2B5EF4-FFF2-40B4-BE49-F238E27FC236}">
                      <a16:creationId xmlns:a16="http://schemas.microsoft.com/office/drawing/2014/main" id="{8D1E1405-2EFE-CC7F-EB13-1E315DF8062B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Trapezoid 73">
                  <a:extLst>
                    <a:ext uri="{FF2B5EF4-FFF2-40B4-BE49-F238E27FC236}">
                      <a16:creationId xmlns:a16="http://schemas.microsoft.com/office/drawing/2014/main" id="{F471BF03-4305-0F12-444C-4EBDBF2115A9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" name="Trapezoid 74">
                  <a:extLst>
                    <a:ext uri="{FF2B5EF4-FFF2-40B4-BE49-F238E27FC236}">
                      <a16:creationId xmlns:a16="http://schemas.microsoft.com/office/drawing/2014/main" id="{DC806756-7CE0-8863-B68D-04A7FC36E45C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8B0017A8-122A-819F-ABCC-75597246036A}"/>
                  </a:ext>
                </a:extLst>
              </p:cNvPr>
              <p:cNvSpPr/>
              <p:nvPr/>
            </p:nvSpPr>
            <p:spPr>
              <a:xfrm>
                <a:off x="5729923" y="4712607"/>
                <a:ext cx="264426" cy="26442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Trapezoid 71">
                <a:extLst>
                  <a:ext uri="{FF2B5EF4-FFF2-40B4-BE49-F238E27FC236}">
                    <a16:creationId xmlns:a16="http://schemas.microsoft.com/office/drawing/2014/main" id="{3B8D31D9-E9E2-7B67-595F-A9DEE7DB3887}"/>
                  </a:ext>
                </a:extLst>
              </p:cNvPr>
              <p:cNvSpPr/>
              <p:nvPr/>
            </p:nvSpPr>
            <p:spPr>
              <a:xfrm rot="5400000">
                <a:off x="5704847" y="5128569"/>
                <a:ext cx="314578" cy="68790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3EC39F8-8358-4C0C-707B-232893C3F540}"/>
                </a:ext>
              </a:extLst>
            </p:cNvPr>
            <p:cNvGrpSpPr/>
            <p:nvPr/>
          </p:nvGrpSpPr>
          <p:grpSpPr>
            <a:xfrm>
              <a:off x="6997509" y="3691785"/>
              <a:ext cx="1899987" cy="5705976"/>
              <a:chOff x="5510462" y="2237874"/>
              <a:chExt cx="1899987" cy="5705976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A9AEB80C-BBB0-D683-2586-D2114D35A774}"/>
                  </a:ext>
                </a:extLst>
              </p:cNvPr>
              <p:cNvSpPr/>
              <p:nvPr/>
            </p:nvSpPr>
            <p:spPr>
              <a:xfrm>
                <a:off x="5510462" y="2237874"/>
                <a:ext cx="1899987" cy="5705976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AF2EE7F2-2D1C-F3A9-7FE1-1B10878D5B1A}"/>
                  </a:ext>
                </a:extLst>
              </p:cNvPr>
              <p:cNvGrpSpPr/>
              <p:nvPr/>
            </p:nvGrpSpPr>
            <p:grpSpPr>
              <a:xfrm>
                <a:off x="5862136" y="2818397"/>
                <a:ext cx="1195890" cy="502075"/>
                <a:chOff x="5966910" y="2970798"/>
                <a:chExt cx="909889" cy="382002"/>
              </a:xfrm>
            </p:grpSpPr>
            <p:sp>
              <p:nvSpPr>
                <p:cNvPr id="88" name="Trapezoid 87">
                  <a:extLst>
                    <a:ext uri="{FF2B5EF4-FFF2-40B4-BE49-F238E27FC236}">
                      <a16:creationId xmlns:a16="http://schemas.microsoft.com/office/drawing/2014/main" id="{254F584D-6F07-B8E9-EA2A-37019E6CE692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Trapezoid 88">
                  <a:extLst>
                    <a:ext uri="{FF2B5EF4-FFF2-40B4-BE49-F238E27FC236}">
                      <a16:creationId xmlns:a16="http://schemas.microsoft.com/office/drawing/2014/main" id="{CC2CFC33-2CF4-BD31-0E2E-46C8270F5B84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Trapezoid 89">
                  <a:extLst>
                    <a:ext uri="{FF2B5EF4-FFF2-40B4-BE49-F238E27FC236}">
                      <a16:creationId xmlns:a16="http://schemas.microsoft.com/office/drawing/2014/main" id="{0E66FAB4-9D5E-E108-FF60-CEA530C20AE1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E3E3465D-F97D-FDD1-3BD0-493AB545DABF}"/>
                  </a:ext>
                </a:extLst>
              </p:cNvPr>
              <p:cNvGrpSpPr/>
              <p:nvPr/>
            </p:nvGrpSpPr>
            <p:grpSpPr>
              <a:xfrm rot="10800000">
                <a:off x="5862510" y="6769775"/>
                <a:ext cx="1195890" cy="502075"/>
                <a:chOff x="5966910" y="2970798"/>
                <a:chExt cx="909889" cy="382002"/>
              </a:xfrm>
            </p:grpSpPr>
            <p:sp>
              <p:nvSpPr>
                <p:cNvPr id="85" name="Trapezoid 84">
                  <a:extLst>
                    <a:ext uri="{FF2B5EF4-FFF2-40B4-BE49-F238E27FC236}">
                      <a16:creationId xmlns:a16="http://schemas.microsoft.com/office/drawing/2014/main" id="{E2045FC9-665D-24FC-E004-2173E62D0EF9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Trapezoid 85">
                  <a:extLst>
                    <a:ext uri="{FF2B5EF4-FFF2-40B4-BE49-F238E27FC236}">
                      <a16:creationId xmlns:a16="http://schemas.microsoft.com/office/drawing/2014/main" id="{63CC488A-5246-E8AE-410A-252411CBBD50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Trapezoid 86">
                  <a:extLst>
                    <a:ext uri="{FF2B5EF4-FFF2-40B4-BE49-F238E27FC236}">
                      <a16:creationId xmlns:a16="http://schemas.microsoft.com/office/drawing/2014/main" id="{95868AF5-7B57-DA9C-2038-26995A27377C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C5933605-1D56-0375-1451-10529324A6FA}"/>
                  </a:ext>
                </a:extLst>
              </p:cNvPr>
              <p:cNvSpPr/>
              <p:nvPr/>
            </p:nvSpPr>
            <p:spPr>
              <a:xfrm>
                <a:off x="5729923" y="4712607"/>
                <a:ext cx="264426" cy="26442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Trapezoid 83">
                <a:extLst>
                  <a:ext uri="{FF2B5EF4-FFF2-40B4-BE49-F238E27FC236}">
                    <a16:creationId xmlns:a16="http://schemas.microsoft.com/office/drawing/2014/main" id="{889731C2-130D-4B38-30D6-84779F84273D}"/>
                  </a:ext>
                </a:extLst>
              </p:cNvPr>
              <p:cNvSpPr/>
              <p:nvPr/>
            </p:nvSpPr>
            <p:spPr>
              <a:xfrm rot="5400000">
                <a:off x="5704847" y="5128569"/>
                <a:ext cx="314578" cy="68790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F32E1A61-54EF-FAD9-100B-168C6971197A}"/>
                </a:ext>
              </a:extLst>
            </p:cNvPr>
            <p:cNvGrpSpPr/>
            <p:nvPr/>
          </p:nvGrpSpPr>
          <p:grpSpPr>
            <a:xfrm>
              <a:off x="8911261" y="3682900"/>
              <a:ext cx="1899987" cy="5705976"/>
              <a:chOff x="5510462" y="2237874"/>
              <a:chExt cx="1899987" cy="5705976"/>
            </a:xfrm>
          </p:grpSpPr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533D2118-897E-7383-CFA0-165E52667D6F}"/>
                  </a:ext>
                </a:extLst>
              </p:cNvPr>
              <p:cNvSpPr/>
              <p:nvPr/>
            </p:nvSpPr>
            <p:spPr>
              <a:xfrm>
                <a:off x="5510462" y="2237874"/>
                <a:ext cx="1899987" cy="5705976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94612090-D950-9930-2A8D-28A1F0B9AF71}"/>
                  </a:ext>
                </a:extLst>
              </p:cNvPr>
              <p:cNvGrpSpPr/>
              <p:nvPr/>
            </p:nvGrpSpPr>
            <p:grpSpPr>
              <a:xfrm>
                <a:off x="5862136" y="2818397"/>
                <a:ext cx="1195890" cy="502075"/>
                <a:chOff x="5966910" y="2970798"/>
                <a:chExt cx="909889" cy="382002"/>
              </a:xfrm>
            </p:grpSpPr>
            <p:sp>
              <p:nvSpPr>
                <p:cNvPr id="100" name="Trapezoid 99">
                  <a:extLst>
                    <a:ext uri="{FF2B5EF4-FFF2-40B4-BE49-F238E27FC236}">
                      <a16:creationId xmlns:a16="http://schemas.microsoft.com/office/drawing/2014/main" id="{56143D55-96F7-720E-24F1-9030C1B0016F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Trapezoid 100">
                  <a:extLst>
                    <a:ext uri="{FF2B5EF4-FFF2-40B4-BE49-F238E27FC236}">
                      <a16:creationId xmlns:a16="http://schemas.microsoft.com/office/drawing/2014/main" id="{391802FC-C119-6649-499C-529928655352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Trapezoid 101">
                  <a:extLst>
                    <a:ext uri="{FF2B5EF4-FFF2-40B4-BE49-F238E27FC236}">
                      <a16:creationId xmlns:a16="http://schemas.microsoft.com/office/drawing/2014/main" id="{1C333199-2809-B062-9369-05DEA7B98C47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65913012-B3E9-5232-82BC-654A0FAAD915}"/>
                  </a:ext>
                </a:extLst>
              </p:cNvPr>
              <p:cNvGrpSpPr/>
              <p:nvPr/>
            </p:nvGrpSpPr>
            <p:grpSpPr>
              <a:xfrm rot="10800000">
                <a:off x="5862510" y="6769775"/>
                <a:ext cx="1195890" cy="502075"/>
                <a:chOff x="5966910" y="2970798"/>
                <a:chExt cx="909889" cy="382002"/>
              </a:xfrm>
            </p:grpSpPr>
            <p:sp>
              <p:nvSpPr>
                <p:cNvPr id="97" name="Trapezoid 96">
                  <a:extLst>
                    <a:ext uri="{FF2B5EF4-FFF2-40B4-BE49-F238E27FC236}">
                      <a16:creationId xmlns:a16="http://schemas.microsoft.com/office/drawing/2014/main" id="{6396EBD2-D824-1171-6D76-33A24A57B098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" name="Trapezoid 97">
                  <a:extLst>
                    <a:ext uri="{FF2B5EF4-FFF2-40B4-BE49-F238E27FC236}">
                      <a16:creationId xmlns:a16="http://schemas.microsoft.com/office/drawing/2014/main" id="{11481B46-C6BD-AF39-6751-950E02F0D31E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Trapezoid 98">
                  <a:extLst>
                    <a:ext uri="{FF2B5EF4-FFF2-40B4-BE49-F238E27FC236}">
                      <a16:creationId xmlns:a16="http://schemas.microsoft.com/office/drawing/2014/main" id="{C451C5F7-EB6E-3175-1F38-D19F57B43FC9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A61B77A1-B43E-6DDD-4A9A-3007CBDF6FEB}"/>
                  </a:ext>
                </a:extLst>
              </p:cNvPr>
              <p:cNvSpPr/>
              <p:nvPr/>
            </p:nvSpPr>
            <p:spPr>
              <a:xfrm>
                <a:off x="5729923" y="4712607"/>
                <a:ext cx="264426" cy="26442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Trapezoid 95">
                <a:extLst>
                  <a:ext uri="{FF2B5EF4-FFF2-40B4-BE49-F238E27FC236}">
                    <a16:creationId xmlns:a16="http://schemas.microsoft.com/office/drawing/2014/main" id="{776BD59F-9E39-C620-F77B-370407F3F403}"/>
                  </a:ext>
                </a:extLst>
              </p:cNvPr>
              <p:cNvSpPr/>
              <p:nvPr/>
            </p:nvSpPr>
            <p:spPr>
              <a:xfrm rot="5400000">
                <a:off x="5704847" y="5128569"/>
                <a:ext cx="314578" cy="68790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E0D11259-7B4E-2857-1B1A-EFC8273FEF79}"/>
                </a:ext>
              </a:extLst>
            </p:cNvPr>
            <p:cNvGrpSpPr/>
            <p:nvPr/>
          </p:nvGrpSpPr>
          <p:grpSpPr>
            <a:xfrm>
              <a:off x="10838778" y="3686156"/>
              <a:ext cx="1899987" cy="5705976"/>
              <a:chOff x="5510462" y="2237874"/>
              <a:chExt cx="1899987" cy="5705976"/>
            </a:xfrm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DE2E4AAA-65B5-0408-6156-6AC7A58446F4}"/>
                  </a:ext>
                </a:extLst>
              </p:cNvPr>
              <p:cNvSpPr/>
              <p:nvPr/>
            </p:nvSpPr>
            <p:spPr>
              <a:xfrm>
                <a:off x="5510462" y="2237874"/>
                <a:ext cx="1899987" cy="5705976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E0A1057C-FF52-3858-A54F-718EDA2AEAF7}"/>
                  </a:ext>
                </a:extLst>
              </p:cNvPr>
              <p:cNvGrpSpPr/>
              <p:nvPr/>
            </p:nvGrpSpPr>
            <p:grpSpPr>
              <a:xfrm>
                <a:off x="5862136" y="2818397"/>
                <a:ext cx="1195890" cy="502075"/>
                <a:chOff x="5966910" y="2970798"/>
                <a:chExt cx="909889" cy="382002"/>
              </a:xfrm>
            </p:grpSpPr>
            <p:sp>
              <p:nvSpPr>
                <p:cNvPr id="112" name="Trapezoid 111">
                  <a:extLst>
                    <a:ext uri="{FF2B5EF4-FFF2-40B4-BE49-F238E27FC236}">
                      <a16:creationId xmlns:a16="http://schemas.microsoft.com/office/drawing/2014/main" id="{14ACC1C1-E5FB-FAC1-6515-51AEFC31B50E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Trapezoid 112">
                  <a:extLst>
                    <a:ext uri="{FF2B5EF4-FFF2-40B4-BE49-F238E27FC236}">
                      <a16:creationId xmlns:a16="http://schemas.microsoft.com/office/drawing/2014/main" id="{01B6FC6B-DAAF-3651-08D2-AEAA6058FD10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Trapezoid 113">
                  <a:extLst>
                    <a:ext uri="{FF2B5EF4-FFF2-40B4-BE49-F238E27FC236}">
                      <a16:creationId xmlns:a16="http://schemas.microsoft.com/office/drawing/2014/main" id="{C11413CD-717F-0F88-ECC7-5E3F7DE10921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E8DC7816-4A92-5D50-3EC5-53CD72765AEA}"/>
                  </a:ext>
                </a:extLst>
              </p:cNvPr>
              <p:cNvGrpSpPr/>
              <p:nvPr/>
            </p:nvGrpSpPr>
            <p:grpSpPr>
              <a:xfrm rot="10800000">
                <a:off x="5862510" y="6769775"/>
                <a:ext cx="1195890" cy="502075"/>
                <a:chOff x="5966910" y="2970798"/>
                <a:chExt cx="909889" cy="382002"/>
              </a:xfrm>
            </p:grpSpPr>
            <p:sp>
              <p:nvSpPr>
                <p:cNvPr id="109" name="Trapezoid 108">
                  <a:extLst>
                    <a:ext uri="{FF2B5EF4-FFF2-40B4-BE49-F238E27FC236}">
                      <a16:creationId xmlns:a16="http://schemas.microsoft.com/office/drawing/2014/main" id="{C312404C-99F0-C559-4062-2E62675F8E28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Trapezoid 109">
                  <a:extLst>
                    <a:ext uri="{FF2B5EF4-FFF2-40B4-BE49-F238E27FC236}">
                      <a16:creationId xmlns:a16="http://schemas.microsoft.com/office/drawing/2014/main" id="{554D9C3A-1F8A-6E0B-AC83-796A77C9BADB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Trapezoid 110">
                  <a:extLst>
                    <a:ext uri="{FF2B5EF4-FFF2-40B4-BE49-F238E27FC236}">
                      <a16:creationId xmlns:a16="http://schemas.microsoft.com/office/drawing/2014/main" id="{9179DDE2-0AA1-1EAF-BE10-B374C952CA8B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439A69A0-05BC-87F4-178F-D54BD8161D08}"/>
                  </a:ext>
                </a:extLst>
              </p:cNvPr>
              <p:cNvSpPr/>
              <p:nvPr/>
            </p:nvSpPr>
            <p:spPr>
              <a:xfrm>
                <a:off x="5729923" y="4712607"/>
                <a:ext cx="264426" cy="26442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Trapezoid 107">
                <a:extLst>
                  <a:ext uri="{FF2B5EF4-FFF2-40B4-BE49-F238E27FC236}">
                    <a16:creationId xmlns:a16="http://schemas.microsoft.com/office/drawing/2014/main" id="{951D53EE-4100-9B85-1AB4-A6A2ECD9D932}"/>
                  </a:ext>
                </a:extLst>
              </p:cNvPr>
              <p:cNvSpPr/>
              <p:nvPr/>
            </p:nvSpPr>
            <p:spPr>
              <a:xfrm rot="5400000">
                <a:off x="5704847" y="5128569"/>
                <a:ext cx="314578" cy="68790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6CAAD3E5-F71E-710A-F575-FFA1AEEC662A}"/>
                </a:ext>
              </a:extLst>
            </p:cNvPr>
            <p:cNvGrpSpPr/>
            <p:nvPr/>
          </p:nvGrpSpPr>
          <p:grpSpPr>
            <a:xfrm>
              <a:off x="12752530" y="3667722"/>
              <a:ext cx="1899987" cy="5705976"/>
              <a:chOff x="5510462" y="2237874"/>
              <a:chExt cx="1899987" cy="5705976"/>
            </a:xfrm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562A4601-9DE6-910B-0F2E-73B026F4410B}"/>
                  </a:ext>
                </a:extLst>
              </p:cNvPr>
              <p:cNvSpPr/>
              <p:nvPr/>
            </p:nvSpPr>
            <p:spPr>
              <a:xfrm>
                <a:off x="5510462" y="2237874"/>
                <a:ext cx="1899987" cy="5705976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509B71A7-93E8-EF48-CAE4-40E92C308B98}"/>
                  </a:ext>
                </a:extLst>
              </p:cNvPr>
              <p:cNvGrpSpPr/>
              <p:nvPr/>
            </p:nvGrpSpPr>
            <p:grpSpPr>
              <a:xfrm>
                <a:off x="5862136" y="2818397"/>
                <a:ext cx="1195890" cy="502075"/>
                <a:chOff x="5966910" y="2970798"/>
                <a:chExt cx="909889" cy="382002"/>
              </a:xfrm>
            </p:grpSpPr>
            <p:sp>
              <p:nvSpPr>
                <p:cNvPr id="124" name="Trapezoid 123">
                  <a:extLst>
                    <a:ext uri="{FF2B5EF4-FFF2-40B4-BE49-F238E27FC236}">
                      <a16:creationId xmlns:a16="http://schemas.microsoft.com/office/drawing/2014/main" id="{4B1A310F-DBC0-CFA1-F90F-763B329F8DF4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Trapezoid 124">
                  <a:extLst>
                    <a:ext uri="{FF2B5EF4-FFF2-40B4-BE49-F238E27FC236}">
                      <a16:creationId xmlns:a16="http://schemas.microsoft.com/office/drawing/2014/main" id="{5CD58816-36CC-80F1-4D66-04B97FA8FE55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" name="Trapezoid 125">
                  <a:extLst>
                    <a:ext uri="{FF2B5EF4-FFF2-40B4-BE49-F238E27FC236}">
                      <a16:creationId xmlns:a16="http://schemas.microsoft.com/office/drawing/2014/main" id="{6E720CAD-EA94-EFFB-3EAE-15EBF378B44E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958F9A74-3017-1F48-90CB-12C761DBD9CB}"/>
                  </a:ext>
                </a:extLst>
              </p:cNvPr>
              <p:cNvGrpSpPr/>
              <p:nvPr/>
            </p:nvGrpSpPr>
            <p:grpSpPr>
              <a:xfrm rot="10800000">
                <a:off x="5862510" y="6769775"/>
                <a:ext cx="1195890" cy="502075"/>
                <a:chOff x="5966910" y="2970798"/>
                <a:chExt cx="909889" cy="382002"/>
              </a:xfrm>
            </p:grpSpPr>
            <p:sp>
              <p:nvSpPr>
                <p:cNvPr id="121" name="Trapezoid 120">
                  <a:extLst>
                    <a:ext uri="{FF2B5EF4-FFF2-40B4-BE49-F238E27FC236}">
                      <a16:creationId xmlns:a16="http://schemas.microsoft.com/office/drawing/2014/main" id="{CFABA9F1-CEA6-C152-9005-9369C47FFA7B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Trapezoid 121">
                  <a:extLst>
                    <a:ext uri="{FF2B5EF4-FFF2-40B4-BE49-F238E27FC236}">
                      <a16:creationId xmlns:a16="http://schemas.microsoft.com/office/drawing/2014/main" id="{37149670-246B-4A67-285D-7953D4AFDB4D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Trapezoid 122">
                  <a:extLst>
                    <a:ext uri="{FF2B5EF4-FFF2-40B4-BE49-F238E27FC236}">
                      <a16:creationId xmlns:a16="http://schemas.microsoft.com/office/drawing/2014/main" id="{4471760C-326A-A0EA-D4A4-2F6646BED293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A0E920AB-0431-C80C-EEA9-A9464E4D9901}"/>
                  </a:ext>
                </a:extLst>
              </p:cNvPr>
              <p:cNvSpPr/>
              <p:nvPr/>
            </p:nvSpPr>
            <p:spPr>
              <a:xfrm>
                <a:off x="5729923" y="4712607"/>
                <a:ext cx="264426" cy="26442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Trapezoid 119">
                <a:extLst>
                  <a:ext uri="{FF2B5EF4-FFF2-40B4-BE49-F238E27FC236}">
                    <a16:creationId xmlns:a16="http://schemas.microsoft.com/office/drawing/2014/main" id="{75D5C692-B9F5-1FBE-01D6-F152DCF4AB5A}"/>
                  </a:ext>
                </a:extLst>
              </p:cNvPr>
              <p:cNvSpPr/>
              <p:nvPr/>
            </p:nvSpPr>
            <p:spPr>
              <a:xfrm rot="5400000">
                <a:off x="5704847" y="5128569"/>
                <a:ext cx="314578" cy="68790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9F1C4F6-2D8E-70D0-12C5-B4F5CCDCD560}"/>
                </a:ext>
              </a:extLst>
            </p:cNvPr>
            <p:cNvGrpSpPr/>
            <p:nvPr/>
          </p:nvGrpSpPr>
          <p:grpSpPr>
            <a:xfrm>
              <a:off x="14670092" y="3667722"/>
              <a:ext cx="1899987" cy="5705976"/>
              <a:chOff x="5510462" y="2237874"/>
              <a:chExt cx="1899987" cy="5705976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495C3C58-D728-1348-06EF-9E0B482A545E}"/>
                  </a:ext>
                </a:extLst>
              </p:cNvPr>
              <p:cNvSpPr/>
              <p:nvPr/>
            </p:nvSpPr>
            <p:spPr>
              <a:xfrm>
                <a:off x="5510462" y="2237874"/>
                <a:ext cx="1899987" cy="5705976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DDB3365E-FC49-4C7D-56E6-F6BBB5A6F8F2}"/>
                  </a:ext>
                </a:extLst>
              </p:cNvPr>
              <p:cNvGrpSpPr/>
              <p:nvPr/>
            </p:nvGrpSpPr>
            <p:grpSpPr>
              <a:xfrm>
                <a:off x="5862136" y="2818397"/>
                <a:ext cx="1195890" cy="502075"/>
                <a:chOff x="5966910" y="2970798"/>
                <a:chExt cx="909889" cy="382002"/>
              </a:xfrm>
            </p:grpSpPr>
            <p:sp>
              <p:nvSpPr>
                <p:cNvPr id="136" name="Trapezoid 135">
                  <a:extLst>
                    <a:ext uri="{FF2B5EF4-FFF2-40B4-BE49-F238E27FC236}">
                      <a16:creationId xmlns:a16="http://schemas.microsoft.com/office/drawing/2014/main" id="{B8047C00-9A20-5190-2E9F-3DCA000F58AE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" name="Trapezoid 136">
                  <a:extLst>
                    <a:ext uri="{FF2B5EF4-FFF2-40B4-BE49-F238E27FC236}">
                      <a16:creationId xmlns:a16="http://schemas.microsoft.com/office/drawing/2014/main" id="{547C183D-A3C3-0AD2-AC27-0B3DBE9CCFE9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" name="Trapezoid 137">
                  <a:extLst>
                    <a:ext uri="{FF2B5EF4-FFF2-40B4-BE49-F238E27FC236}">
                      <a16:creationId xmlns:a16="http://schemas.microsoft.com/office/drawing/2014/main" id="{F01D2715-B23F-5806-7D91-EF51BE28EAAA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A9F6129B-CC4F-6FCA-7827-BBE12C8A3E01}"/>
                  </a:ext>
                </a:extLst>
              </p:cNvPr>
              <p:cNvGrpSpPr/>
              <p:nvPr/>
            </p:nvGrpSpPr>
            <p:grpSpPr>
              <a:xfrm rot="10800000">
                <a:off x="5862510" y="6769775"/>
                <a:ext cx="1195890" cy="502075"/>
                <a:chOff x="5966910" y="2970798"/>
                <a:chExt cx="909889" cy="382002"/>
              </a:xfrm>
            </p:grpSpPr>
            <p:sp>
              <p:nvSpPr>
                <p:cNvPr id="133" name="Trapezoid 132">
                  <a:extLst>
                    <a:ext uri="{FF2B5EF4-FFF2-40B4-BE49-F238E27FC236}">
                      <a16:creationId xmlns:a16="http://schemas.microsoft.com/office/drawing/2014/main" id="{D641A67B-5503-E3FB-74FC-3FC7AA818B9C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4" name="Trapezoid 133">
                  <a:extLst>
                    <a:ext uri="{FF2B5EF4-FFF2-40B4-BE49-F238E27FC236}">
                      <a16:creationId xmlns:a16="http://schemas.microsoft.com/office/drawing/2014/main" id="{48287689-B75D-1B7B-1946-9998A65B3DC0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" name="Trapezoid 134">
                  <a:extLst>
                    <a:ext uri="{FF2B5EF4-FFF2-40B4-BE49-F238E27FC236}">
                      <a16:creationId xmlns:a16="http://schemas.microsoft.com/office/drawing/2014/main" id="{4BCAA4E8-68B6-4144-8401-3D5E42DD747F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EF760854-611E-E95B-34E4-3D0FB1DA6536}"/>
                  </a:ext>
                </a:extLst>
              </p:cNvPr>
              <p:cNvSpPr/>
              <p:nvPr/>
            </p:nvSpPr>
            <p:spPr>
              <a:xfrm>
                <a:off x="5729923" y="4712607"/>
                <a:ext cx="264426" cy="26442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Trapezoid 131">
                <a:extLst>
                  <a:ext uri="{FF2B5EF4-FFF2-40B4-BE49-F238E27FC236}">
                    <a16:creationId xmlns:a16="http://schemas.microsoft.com/office/drawing/2014/main" id="{EF238AF4-795D-1E49-884F-852CA7EB0DF6}"/>
                  </a:ext>
                </a:extLst>
              </p:cNvPr>
              <p:cNvSpPr/>
              <p:nvPr/>
            </p:nvSpPr>
            <p:spPr>
              <a:xfrm rot="5400000">
                <a:off x="5704847" y="5128569"/>
                <a:ext cx="314578" cy="68790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DF626BAA-610A-1E4A-9D35-A7F20EB39A4B}"/>
                </a:ext>
              </a:extLst>
            </p:cNvPr>
            <p:cNvGrpSpPr/>
            <p:nvPr/>
          </p:nvGrpSpPr>
          <p:grpSpPr>
            <a:xfrm>
              <a:off x="16583844" y="3670200"/>
              <a:ext cx="1899987" cy="5705976"/>
              <a:chOff x="5510462" y="2237874"/>
              <a:chExt cx="1899987" cy="5705976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45724F10-A40E-6E08-E1A5-7A7F8F106098}"/>
                  </a:ext>
                </a:extLst>
              </p:cNvPr>
              <p:cNvSpPr/>
              <p:nvPr/>
            </p:nvSpPr>
            <p:spPr>
              <a:xfrm>
                <a:off x="5510462" y="2237874"/>
                <a:ext cx="1899987" cy="5705976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92190B41-2380-63BB-A0A7-2B0CDC43CACC}"/>
                  </a:ext>
                </a:extLst>
              </p:cNvPr>
              <p:cNvGrpSpPr/>
              <p:nvPr/>
            </p:nvGrpSpPr>
            <p:grpSpPr>
              <a:xfrm>
                <a:off x="5862136" y="2818397"/>
                <a:ext cx="1195890" cy="502075"/>
                <a:chOff x="5966910" y="2970798"/>
                <a:chExt cx="909889" cy="382002"/>
              </a:xfrm>
            </p:grpSpPr>
            <p:sp>
              <p:nvSpPr>
                <p:cNvPr id="148" name="Trapezoid 147">
                  <a:extLst>
                    <a:ext uri="{FF2B5EF4-FFF2-40B4-BE49-F238E27FC236}">
                      <a16:creationId xmlns:a16="http://schemas.microsoft.com/office/drawing/2014/main" id="{63E4D102-148F-D7AF-37A0-96E4F8666D86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Trapezoid 148">
                  <a:extLst>
                    <a:ext uri="{FF2B5EF4-FFF2-40B4-BE49-F238E27FC236}">
                      <a16:creationId xmlns:a16="http://schemas.microsoft.com/office/drawing/2014/main" id="{E13D3568-0F8B-48BD-5D81-6BE98779F40F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Trapezoid 149">
                  <a:extLst>
                    <a:ext uri="{FF2B5EF4-FFF2-40B4-BE49-F238E27FC236}">
                      <a16:creationId xmlns:a16="http://schemas.microsoft.com/office/drawing/2014/main" id="{D0AD0DDE-5281-FDCA-E5E7-53ACAF55AAEF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2A0EB74D-29C1-9B4C-B5BE-91D0E6367F59}"/>
                  </a:ext>
                </a:extLst>
              </p:cNvPr>
              <p:cNvGrpSpPr/>
              <p:nvPr/>
            </p:nvGrpSpPr>
            <p:grpSpPr>
              <a:xfrm rot="10800000">
                <a:off x="5862510" y="6769775"/>
                <a:ext cx="1195890" cy="502075"/>
                <a:chOff x="5966910" y="2970798"/>
                <a:chExt cx="909889" cy="382002"/>
              </a:xfrm>
            </p:grpSpPr>
            <p:sp>
              <p:nvSpPr>
                <p:cNvPr id="145" name="Trapezoid 144">
                  <a:extLst>
                    <a:ext uri="{FF2B5EF4-FFF2-40B4-BE49-F238E27FC236}">
                      <a16:creationId xmlns:a16="http://schemas.microsoft.com/office/drawing/2014/main" id="{E7F3547C-923B-6FA2-1CC6-08A021892342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" name="Trapezoid 145">
                  <a:extLst>
                    <a:ext uri="{FF2B5EF4-FFF2-40B4-BE49-F238E27FC236}">
                      <a16:creationId xmlns:a16="http://schemas.microsoft.com/office/drawing/2014/main" id="{7D6B3A3F-49E1-A6DC-38BC-D88A535050BE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Trapezoid 146">
                  <a:extLst>
                    <a:ext uri="{FF2B5EF4-FFF2-40B4-BE49-F238E27FC236}">
                      <a16:creationId xmlns:a16="http://schemas.microsoft.com/office/drawing/2014/main" id="{8F2709C3-3D8F-7DA3-EE50-BAF358D1AC7C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222A39DD-E16D-51D6-6D7B-169772BBB222}"/>
                  </a:ext>
                </a:extLst>
              </p:cNvPr>
              <p:cNvSpPr/>
              <p:nvPr/>
            </p:nvSpPr>
            <p:spPr>
              <a:xfrm>
                <a:off x="5729923" y="4712607"/>
                <a:ext cx="264426" cy="26442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Trapezoid 143">
                <a:extLst>
                  <a:ext uri="{FF2B5EF4-FFF2-40B4-BE49-F238E27FC236}">
                    <a16:creationId xmlns:a16="http://schemas.microsoft.com/office/drawing/2014/main" id="{698CB274-DDBF-CEE7-07DF-07D04B80CC33}"/>
                  </a:ext>
                </a:extLst>
              </p:cNvPr>
              <p:cNvSpPr/>
              <p:nvPr/>
            </p:nvSpPr>
            <p:spPr>
              <a:xfrm rot="5400000">
                <a:off x="5704847" y="5128569"/>
                <a:ext cx="314578" cy="68790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0" name="Picture 9" descr="A cartoon of a person with a green plant in his mouth&#10;&#10;AI-generated content may be incorrect.">
              <a:extLst>
                <a:ext uri="{FF2B5EF4-FFF2-40B4-BE49-F238E27FC236}">
                  <a16:creationId xmlns:a16="http://schemas.microsoft.com/office/drawing/2014/main" id="{EFD6AAF9-1309-BCB3-44DD-9CEC645542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75173" y="6852910"/>
              <a:ext cx="4744453" cy="51757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6079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98C32-FC80-F1F3-0E9D-C2D3D9C70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2464A28F-2B07-C62F-A319-4C23F69FCBA0}"/>
              </a:ext>
            </a:extLst>
          </p:cNvPr>
          <p:cNvGrpSpPr/>
          <p:nvPr/>
        </p:nvGrpSpPr>
        <p:grpSpPr>
          <a:xfrm flipH="1">
            <a:off x="-600410" y="-1"/>
            <a:ext cx="19488819" cy="9288122"/>
            <a:chOff x="-600410" y="-1"/>
            <a:chExt cx="19488819" cy="9288122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BCF4048-2858-B05F-C2E9-947FBBDAF96F}"/>
                </a:ext>
              </a:extLst>
            </p:cNvPr>
            <p:cNvSpPr/>
            <p:nvPr/>
          </p:nvSpPr>
          <p:spPr>
            <a:xfrm rot="10800000">
              <a:off x="9524" y="-1"/>
              <a:ext cx="18288000" cy="9288122"/>
            </a:xfrm>
            <a:prstGeom prst="rect">
              <a:avLst/>
            </a:prstGeom>
            <a:solidFill>
              <a:srgbClr val="F9E1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Trapezoid 57">
              <a:extLst>
                <a:ext uri="{FF2B5EF4-FFF2-40B4-BE49-F238E27FC236}">
                  <a16:creationId xmlns:a16="http://schemas.microsoft.com/office/drawing/2014/main" id="{E04E370B-CB56-7E8B-9E89-932B292008D8}"/>
                </a:ext>
              </a:extLst>
            </p:cNvPr>
            <p:cNvSpPr/>
            <p:nvPr/>
          </p:nvSpPr>
          <p:spPr>
            <a:xfrm rot="19800000">
              <a:off x="-600410" y="3361903"/>
              <a:ext cx="4547286" cy="1216152"/>
            </a:xfrm>
            <a:prstGeom prst="trapezoid">
              <a:avLst>
                <a:gd name="adj" fmla="val 57575"/>
              </a:avLst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F337349-87E2-3A8E-7530-2C1F39E3E7F1}"/>
                </a:ext>
              </a:extLst>
            </p:cNvPr>
            <p:cNvSpPr/>
            <p:nvPr/>
          </p:nvSpPr>
          <p:spPr>
            <a:xfrm rot="10800000">
              <a:off x="2752389" y="2657053"/>
              <a:ext cx="12782884" cy="1216152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rapezoid 59">
              <a:extLst>
                <a:ext uri="{FF2B5EF4-FFF2-40B4-BE49-F238E27FC236}">
                  <a16:creationId xmlns:a16="http://schemas.microsoft.com/office/drawing/2014/main" id="{AA0FCA1E-1A3D-DD82-6D08-3306A086F47A}"/>
                </a:ext>
              </a:extLst>
            </p:cNvPr>
            <p:cNvSpPr/>
            <p:nvPr/>
          </p:nvSpPr>
          <p:spPr>
            <a:xfrm rot="9000000">
              <a:off x="14341123" y="1944600"/>
              <a:ext cx="4547286" cy="1216152"/>
            </a:xfrm>
            <a:prstGeom prst="trapezoid">
              <a:avLst>
                <a:gd name="adj" fmla="val 57575"/>
              </a:avLst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2F96EEE-8C8D-46F9-9761-4B4D6482CFCD}"/>
              </a:ext>
            </a:extLst>
          </p:cNvPr>
          <p:cNvGrpSpPr/>
          <p:nvPr/>
        </p:nvGrpSpPr>
        <p:grpSpPr>
          <a:xfrm>
            <a:off x="3400" y="9288124"/>
            <a:ext cx="18294798" cy="8999876"/>
            <a:chOff x="0" y="9383107"/>
            <a:chExt cx="18294798" cy="8999876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6416E86-EA31-2E27-39B9-BA0A3E552424}"/>
                </a:ext>
              </a:extLst>
            </p:cNvPr>
            <p:cNvSpPr/>
            <p:nvPr/>
          </p:nvSpPr>
          <p:spPr>
            <a:xfrm rot="10800000">
              <a:off x="3399" y="9383107"/>
              <a:ext cx="18288000" cy="899987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47A4DFB-999D-7EFF-B8C3-3F0D00759642}"/>
                </a:ext>
              </a:extLst>
            </p:cNvPr>
            <p:cNvSpPr/>
            <p:nvPr/>
          </p:nvSpPr>
          <p:spPr>
            <a:xfrm rot="10800000">
              <a:off x="16465998" y="16554183"/>
              <a:ext cx="1828800" cy="18288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03D9F9B-1AA2-FA54-38FD-00E2859AC236}"/>
                </a:ext>
              </a:extLst>
            </p:cNvPr>
            <p:cNvSpPr/>
            <p:nvPr/>
          </p:nvSpPr>
          <p:spPr>
            <a:xfrm rot="10800000">
              <a:off x="14637198" y="14725383"/>
              <a:ext cx="1828800" cy="18288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2E5D418-F3AA-0CFA-4238-9248A52D974A}"/>
                </a:ext>
              </a:extLst>
            </p:cNvPr>
            <p:cNvSpPr/>
            <p:nvPr/>
          </p:nvSpPr>
          <p:spPr>
            <a:xfrm rot="10800000">
              <a:off x="12811797" y="12896583"/>
              <a:ext cx="1828800" cy="18288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FFDC413-06A1-EA19-0F78-24BA4E41C63F}"/>
                </a:ext>
              </a:extLst>
            </p:cNvPr>
            <p:cNvSpPr/>
            <p:nvPr/>
          </p:nvSpPr>
          <p:spPr>
            <a:xfrm rot="10800000">
              <a:off x="10972800" y="14725383"/>
              <a:ext cx="1828800" cy="18288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B6829A3-7189-F1AE-A801-564EFA7136EC}"/>
                </a:ext>
              </a:extLst>
            </p:cNvPr>
            <p:cNvSpPr/>
            <p:nvPr/>
          </p:nvSpPr>
          <p:spPr>
            <a:xfrm rot="10800000">
              <a:off x="9144000" y="12876833"/>
              <a:ext cx="1828800" cy="18288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114B73E-05C4-34D2-45E9-77E76AFB1F68}"/>
                </a:ext>
              </a:extLst>
            </p:cNvPr>
            <p:cNvSpPr/>
            <p:nvPr/>
          </p:nvSpPr>
          <p:spPr>
            <a:xfrm rot="10800000">
              <a:off x="7321998" y="14725383"/>
              <a:ext cx="1828800" cy="18288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FD336DA-7A96-9E41-749C-2E5ED6436024}"/>
                </a:ext>
              </a:extLst>
            </p:cNvPr>
            <p:cNvSpPr/>
            <p:nvPr/>
          </p:nvSpPr>
          <p:spPr>
            <a:xfrm rot="10800000">
              <a:off x="5482866" y="16554183"/>
              <a:ext cx="1828800" cy="18288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5F9B519-3307-5585-A8D6-078D716E15BC}"/>
                </a:ext>
              </a:extLst>
            </p:cNvPr>
            <p:cNvSpPr/>
            <p:nvPr/>
          </p:nvSpPr>
          <p:spPr>
            <a:xfrm rot="10800000">
              <a:off x="3685062" y="14725383"/>
              <a:ext cx="1828800" cy="18288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0C4C903-D7A4-5BF2-4054-B795EFD04561}"/>
                </a:ext>
              </a:extLst>
            </p:cNvPr>
            <p:cNvSpPr/>
            <p:nvPr/>
          </p:nvSpPr>
          <p:spPr>
            <a:xfrm rot="10800000">
              <a:off x="1832199" y="12867743"/>
              <a:ext cx="1828800" cy="18288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E4C54B8-9CBD-8F76-C6CF-CEEDBF131F42}"/>
                </a:ext>
              </a:extLst>
            </p:cNvPr>
            <p:cNvSpPr/>
            <p:nvPr/>
          </p:nvSpPr>
          <p:spPr>
            <a:xfrm rot="10800000">
              <a:off x="1832199" y="16554183"/>
              <a:ext cx="1828800" cy="18288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BE43D93-5AFA-F3F2-388E-B1279F6AA8BE}"/>
                </a:ext>
              </a:extLst>
            </p:cNvPr>
            <p:cNvSpPr/>
            <p:nvPr/>
          </p:nvSpPr>
          <p:spPr>
            <a:xfrm rot="10800000">
              <a:off x="12808398" y="12876833"/>
              <a:ext cx="1828800" cy="18288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B9DDEB3-0AB2-6417-6D71-79249CDC4D80}"/>
                </a:ext>
              </a:extLst>
            </p:cNvPr>
            <p:cNvSpPr/>
            <p:nvPr/>
          </p:nvSpPr>
          <p:spPr>
            <a:xfrm rot="10800000">
              <a:off x="9161130" y="16554183"/>
              <a:ext cx="1828800" cy="18288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63A2A09-0592-8E91-8B48-B76426ECE375}"/>
                </a:ext>
              </a:extLst>
            </p:cNvPr>
            <p:cNvSpPr/>
            <p:nvPr/>
          </p:nvSpPr>
          <p:spPr>
            <a:xfrm rot="10800000">
              <a:off x="0" y="14696543"/>
              <a:ext cx="1828800" cy="18288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385E990-2A37-A42C-7C1A-9E3C1654F54E}"/>
                </a:ext>
              </a:extLst>
            </p:cNvPr>
            <p:cNvSpPr/>
            <p:nvPr/>
          </p:nvSpPr>
          <p:spPr>
            <a:xfrm rot="10800000">
              <a:off x="12811814" y="16525343"/>
              <a:ext cx="1828800" cy="18288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D9FB3BF-63D6-2668-9F52-ED275F966B73}"/>
              </a:ext>
            </a:extLst>
          </p:cNvPr>
          <p:cNvGrpSpPr/>
          <p:nvPr/>
        </p:nvGrpSpPr>
        <p:grpSpPr>
          <a:xfrm>
            <a:off x="2102932" y="3662870"/>
            <a:ext cx="1899987" cy="5705976"/>
            <a:chOff x="5510462" y="2237874"/>
            <a:chExt cx="1899987" cy="570597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14398B-48BE-4E7E-4E36-3561269260DB}"/>
                </a:ext>
              </a:extLst>
            </p:cNvPr>
            <p:cNvSpPr/>
            <p:nvPr/>
          </p:nvSpPr>
          <p:spPr>
            <a:xfrm>
              <a:off x="5510462" y="2237874"/>
              <a:ext cx="1899987" cy="5705976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46FFB71-BBA8-D989-F641-3530E8C36954}"/>
                </a:ext>
              </a:extLst>
            </p:cNvPr>
            <p:cNvGrpSpPr/>
            <p:nvPr/>
          </p:nvGrpSpPr>
          <p:grpSpPr>
            <a:xfrm>
              <a:off x="5862136" y="2818397"/>
              <a:ext cx="1195890" cy="502075"/>
              <a:chOff x="5966910" y="2970798"/>
              <a:chExt cx="909889" cy="382002"/>
            </a:xfrm>
          </p:grpSpPr>
          <p:sp>
            <p:nvSpPr>
              <p:cNvPr id="5" name="Trapezoid 4">
                <a:extLst>
                  <a:ext uri="{FF2B5EF4-FFF2-40B4-BE49-F238E27FC236}">
                    <a16:creationId xmlns:a16="http://schemas.microsoft.com/office/drawing/2014/main" id="{CA84027F-726A-059A-BA16-EDD05DDDD704}"/>
                  </a:ext>
                </a:extLst>
              </p:cNvPr>
              <p:cNvSpPr/>
              <p:nvPr/>
            </p:nvSpPr>
            <p:spPr>
              <a:xfrm>
                <a:off x="5966910" y="29707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rapezoid 5">
                <a:extLst>
                  <a:ext uri="{FF2B5EF4-FFF2-40B4-BE49-F238E27FC236}">
                    <a16:creationId xmlns:a16="http://schemas.microsoft.com/office/drawing/2014/main" id="{0808E3E4-2C1C-786B-3A07-993E92BD92CA}"/>
                  </a:ext>
                </a:extLst>
              </p:cNvPr>
              <p:cNvSpPr/>
              <p:nvPr/>
            </p:nvSpPr>
            <p:spPr>
              <a:xfrm>
                <a:off x="5966910" y="31231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rapezoid 6">
                <a:extLst>
                  <a:ext uri="{FF2B5EF4-FFF2-40B4-BE49-F238E27FC236}">
                    <a16:creationId xmlns:a16="http://schemas.microsoft.com/office/drawing/2014/main" id="{4F4556E6-CF89-EF93-A789-7BB5C2B07F00}"/>
                  </a:ext>
                </a:extLst>
              </p:cNvPr>
              <p:cNvSpPr/>
              <p:nvPr/>
            </p:nvSpPr>
            <p:spPr>
              <a:xfrm>
                <a:off x="5966910" y="32755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9726112-EA44-1C16-04E3-84B62BE403A3}"/>
                </a:ext>
              </a:extLst>
            </p:cNvPr>
            <p:cNvGrpSpPr/>
            <p:nvPr/>
          </p:nvGrpSpPr>
          <p:grpSpPr>
            <a:xfrm rot="10800000">
              <a:off x="5862510" y="6769775"/>
              <a:ext cx="1195890" cy="502075"/>
              <a:chOff x="5966910" y="2970798"/>
              <a:chExt cx="909889" cy="382002"/>
            </a:xfrm>
          </p:grpSpPr>
          <p:sp>
            <p:nvSpPr>
              <p:cNvPr id="12" name="Trapezoid 11">
                <a:extLst>
                  <a:ext uri="{FF2B5EF4-FFF2-40B4-BE49-F238E27FC236}">
                    <a16:creationId xmlns:a16="http://schemas.microsoft.com/office/drawing/2014/main" id="{8BEB2461-264F-F729-5906-0796B1348079}"/>
                  </a:ext>
                </a:extLst>
              </p:cNvPr>
              <p:cNvSpPr/>
              <p:nvPr/>
            </p:nvSpPr>
            <p:spPr>
              <a:xfrm>
                <a:off x="5966910" y="29707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rapezoid 12">
                <a:extLst>
                  <a:ext uri="{FF2B5EF4-FFF2-40B4-BE49-F238E27FC236}">
                    <a16:creationId xmlns:a16="http://schemas.microsoft.com/office/drawing/2014/main" id="{D3033AAB-0787-B4E2-8E53-95AFE4F68DA3}"/>
                  </a:ext>
                </a:extLst>
              </p:cNvPr>
              <p:cNvSpPr/>
              <p:nvPr/>
            </p:nvSpPr>
            <p:spPr>
              <a:xfrm>
                <a:off x="5966910" y="31231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rapezoid 13">
                <a:extLst>
                  <a:ext uri="{FF2B5EF4-FFF2-40B4-BE49-F238E27FC236}">
                    <a16:creationId xmlns:a16="http://schemas.microsoft.com/office/drawing/2014/main" id="{D2E4E4D6-F10A-DFA3-73F0-AD1EB7A9C056}"/>
                  </a:ext>
                </a:extLst>
              </p:cNvPr>
              <p:cNvSpPr/>
              <p:nvPr/>
            </p:nvSpPr>
            <p:spPr>
              <a:xfrm>
                <a:off x="5966910" y="32755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699A2E3-A951-F744-D6FE-00D24A764930}"/>
                </a:ext>
              </a:extLst>
            </p:cNvPr>
            <p:cNvSpPr/>
            <p:nvPr/>
          </p:nvSpPr>
          <p:spPr>
            <a:xfrm>
              <a:off x="5729923" y="4712607"/>
              <a:ext cx="264426" cy="264426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rapezoid 15">
              <a:extLst>
                <a:ext uri="{FF2B5EF4-FFF2-40B4-BE49-F238E27FC236}">
                  <a16:creationId xmlns:a16="http://schemas.microsoft.com/office/drawing/2014/main" id="{87FD9071-807A-9F1A-988F-B2D51E21B8BB}"/>
                </a:ext>
              </a:extLst>
            </p:cNvPr>
            <p:cNvSpPr/>
            <p:nvPr/>
          </p:nvSpPr>
          <p:spPr>
            <a:xfrm rot="5400000">
              <a:off x="5704847" y="5128569"/>
              <a:ext cx="314578" cy="68790"/>
            </a:xfrm>
            <a:prstGeom prst="trapezoi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7FF8948-7929-4DFA-5026-3074937F491C}"/>
              </a:ext>
            </a:extLst>
          </p:cNvPr>
          <p:cNvGrpSpPr/>
          <p:nvPr/>
        </p:nvGrpSpPr>
        <p:grpSpPr>
          <a:xfrm>
            <a:off x="4016684" y="3658974"/>
            <a:ext cx="1899987" cy="5705976"/>
            <a:chOff x="5510462" y="2237874"/>
            <a:chExt cx="1899987" cy="5705976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45F15EC-2CF2-CE83-EC4F-D3BBE8CE4BAC}"/>
                </a:ext>
              </a:extLst>
            </p:cNvPr>
            <p:cNvSpPr/>
            <p:nvPr/>
          </p:nvSpPr>
          <p:spPr>
            <a:xfrm>
              <a:off x="5510462" y="2237874"/>
              <a:ext cx="1899987" cy="5705976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2F7D94BE-235D-7345-D53F-023DC4AB3FE7}"/>
                </a:ext>
              </a:extLst>
            </p:cNvPr>
            <p:cNvGrpSpPr/>
            <p:nvPr/>
          </p:nvGrpSpPr>
          <p:grpSpPr>
            <a:xfrm>
              <a:off x="5862136" y="2818397"/>
              <a:ext cx="1195890" cy="502075"/>
              <a:chOff x="5966910" y="2970798"/>
              <a:chExt cx="909889" cy="382002"/>
            </a:xfrm>
          </p:grpSpPr>
          <p:sp>
            <p:nvSpPr>
              <p:cNvPr id="76" name="Trapezoid 75">
                <a:extLst>
                  <a:ext uri="{FF2B5EF4-FFF2-40B4-BE49-F238E27FC236}">
                    <a16:creationId xmlns:a16="http://schemas.microsoft.com/office/drawing/2014/main" id="{4E26EC31-C8D9-2283-B3C4-B59AE94130F8}"/>
                  </a:ext>
                </a:extLst>
              </p:cNvPr>
              <p:cNvSpPr/>
              <p:nvPr/>
            </p:nvSpPr>
            <p:spPr>
              <a:xfrm>
                <a:off x="5966910" y="29707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Trapezoid 76">
                <a:extLst>
                  <a:ext uri="{FF2B5EF4-FFF2-40B4-BE49-F238E27FC236}">
                    <a16:creationId xmlns:a16="http://schemas.microsoft.com/office/drawing/2014/main" id="{5CFBA738-E605-75E2-9FB1-2D1D41EC8754}"/>
                  </a:ext>
                </a:extLst>
              </p:cNvPr>
              <p:cNvSpPr/>
              <p:nvPr/>
            </p:nvSpPr>
            <p:spPr>
              <a:xfrm>
                <a:off x="5966910" y="31231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Trapezoid 77">
                <a:extLst>
                  <a:ext uri="{FF2B5EF4-FFF2-40B4-BE49-F238E27FC236}">
                    <a16:creationId xmlns:a16="http://schemas.microsoft.com/office/drawing/2014/main" id="{FB3E3CAD-DBCB-06E1-FA8F-7CD8F01302E6}"/>
                  </a:ext>
                </a:extLst>
              </p:cNvPr>
              <p:cNvSpPr/>
              <p:nvPr/>
            </p:nvSpPr>
            <p:spPr>
              <a:xfrm>
                <a:off x="5966910" y="32755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648C6416-01A1-7271-8FD8-7F25E718171B}"/>
                </a:ext>
              </a:extLst>
            </p:cNvPr>
            <p:cNvGrpSpPr/>
            <p:nvPr/>
          </p:nvGrpSpPr>
          <p:grpSpPr>
            <a:xfrm rot="10800000">
              <a:off x="5862510" y="6769775"/>
              <a:ext cx="1195890" cy="502075"/>
              <a:chOff x="5966910" y="2970798"/>
              <a:chExt cx="909889" cy="382002"/>
            </a:xfrm>
          </p:grpSpPr>
          <p:sp>
            <p:nvSpPr>
              <p:cNvPr id="73" name="Trapezoid 72">
                <a:extLst>
                  <a:ext uri="{FF2B5EF4-FFF2-40B4-BE49-F238E27FC236}">
                    <a16:creationId xmlns:a16="http://schemas.microsoft.com/office/drawing/2014/main" id="{246CDFED-9E31-6D92-0281-9DA99B69E87F}"/>
                  </a:ext>
                </a:extLst>
              </p:cNvPr>
              <p:cNvSpPr/>
              <p:nvPr/>
            </p:nvSpPr>
            <p:spPr>
              <a:xfrm>
                <a:off x="5966910" y="29707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Trapezoid 73">
                <a:extLst>
                  <a:ext uri="{FF2B5EF4-FFF2-40B4-BE49-F238E27FC236}">
                    <a16:creationId xmlns:a16="http://schemas.microsoft.com/office/drawing/2014/main" id="{E324EE29-BC9C-E0F2-0347-E4EBD0DD6B7E}"/>
                  </a:ext>
                </a:extLst>
              </p:cNvPr>
              <p:cNvSpPr/>
              <p:nvPr/>
            </p:nvSpPr>
            <p:spPr>
              <a:xfrm>
                <a:off x="5966910" y="31231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Trapezoid 74">
                <a:extLst>
                  <a:ext uri="{FF2B5EF4-FFF2-40B4-BE49-F238E27FC236}">
                    <a16:creationId xmlns:a16="http://schemas.microsoft.com/office/drawing/2014/main" id="{665589AC-C81B-77BC-9A5A-757957D82C17}"/>
                  </a:ext>
                </a:extLst>
              </p:cNvPr>
              <p:cNvSpPr/>
              <p:nvPr/>
            </p:nvSpPr>
            <p:spPr>
              <a:xfrm>
                <a:off x="5966910" y="32755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2A0E6E3-D3A1-3F1C-7F32-9EC97AAABE5C}"/>
                </a:ext>
              </a:extLst>
            </p:cNvPr>
            <p:cNvSpPr/>
            <p:nvPr/>
          </p:nvSpPr>
          <p:spPr>
            <a:xfrm>
              <a:off x="5729923" y="4712607"/>
              <a:ext cx="264426" cy="264426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rapezoid 71">
              <a:extLst>
                <a:ext uri="{FF2B5EF4-FFF2-40B4-BE49-F238E27FC236}">
                  <a16:creationId xmlns:a16="http://schemas.microsoft.com/office/drawing/2014/main" id="{B9A7BB9B-6EA8-2AAC-1058-0C331DCCE2AA}"/>
                </a:ext>
              </a:extLst>
            </p:cNvPr>
            <p:cNvSpPr/>
            <p:nvPr/>
          </p:nvSpPr>
          <p:spPr>
            <a:xfrm rot="5400000">
              <a:off x="5704847" y="5128569"/>
              <a:ext cx="314578" cy="68790"/>
            </a:xfrm>
            <a:prstGeom prst="trapezoi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CEF01B3-22FE-E67A-0244-E6A4D04131D3}"/>
              </a:ext>
            </a:extLst>
          </p:cNvPr>
          <p:cNvGrpSpPr/>
          <p:nvPr/>
        </p:nvGrpSpPr>
        <p:grpSpPr>
          <a:xfrm>
            <a:off x="5936786" y="3658974"/>
            <a:ext cx="1899987" cy="5705976"/>
            <a:chOff x="5510462" y="2237874"/>
            <a:chExt cx="1899987" cy="5705976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FB68DB6-4777-B29C-8B16-77A191D28EB2}"/>
                </a:ext>
              </a:extLst>
            </p:cNvPr>
            <p:cNvSpPr/>
            <p:nvPr/>
          </p:nvSpPr>
          <p:spPr>
            <a:xfrm>
              <a:off x="5510462" y="2237874"/>
              <a:ext cx="1899987" cy="5705976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36AF976E-B37F-08B2-CD98-FDD4659B2FD9}"/>
                </a:ext>
              </a:extLst>
            </p:cNvPr>
            <p:cNvGrpSpPr/>
            <p:nvPr/>
          </p:nvGrpSpPr>
          <p:grpSpPr>
            <a:xfrm>
              <a:off x="5862136" y="2818397"/>
              <a:ext cx="1195890" cy="502075"/>
              <a:chOff x="5966910" y="2970798"/>
              <a:chExt cx="909889" cy="382002"/>
            </a:xfrm>
          </p:grpSpPr>
          <p:sp>
            <p:nvSpPr>
              <p:cNvPr id="88" name="Trapezoid 87">
                <a:extLst>
                  <a:ext uri="{FF2B5EF4-FFF2-40B4-BE49-F238E27FC236}">
                    <a16:creationId xmlns:a16="http://schemas.microsoft.com/office/drawing/2014/main" id="{A334E859-B50E-DA1D-2B41-9C7D2B58918B}"/>
                  </a:ext>
                </a:extLst>
              </p:cNvPr>
              <p:cNvSpPr/>
              <p:nvPr/>
            </p:nvSpPr>
            <p:spPr>
              <a:xfrm>
                <a:off x="5966910" y="29707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Trapezoid 88">
                <a:extLst>
                  <a:ext uri="{FF2B5EF4-FFF2-40B4-BE49-F238E27FC236}">
                    <a16:creationId xmlns:a16="http://schemas.microsoft.com/office/drawing/2014/main" id="{FF2B1E53-288B-A234-8D9B-ACE1F27D27BE}"/>
                  </a:ext>
                </a:extLst>
              </p:cNvPr>
              <p:cNvSpPr/>
              <p:nvPr/>
            </p:nvSpPr>
            <p:spPr>
              <a:xfrm>
                <a:off x="5966910" y="31231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Trapezoid 89">
                <a:extLst>
                  <a:ext uri="{FF2B5EF4-FFF2-40B4-BE49-F238E27FC236}">
                    <a16:creationId xmlns:a16="http://schemas.microsoft.com/office/drawing/2014/main" id="{FDB0F127-65A5-E46B-2E47-4764AF85F3C4}"/>
                  </a:ext>
                </a:extLst>
              </p:cNvPr>
              <p:cNvSpPr/>
              <p:nvPr/>
            </p:nvSpPr>
            <p:spPr>
              <a:xfrm>
                <a:off x="5966910" y="32755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F1E656E-A5AF-3AE0-04F4-9264D4B64001}"/>
                </a:ext>
              </a:extLst>
            </p:cNvPr>
            <p:cNvGrpSpPr/>
            <p:nvPr/>
          </p:nvGrpSpPr>
          <p:grpSpPr>
            <a:xfrm rot="10800000">
              <a:off x="5862510" y="6769775"/>
              <a:ext cx="1195890" cy="502075"/>
              <a:chOff x="5966910" y="2970798"/>
              <a:chExt cx="909889" cy="382002"/>
            </a:xfrm>
          </p:grpSpPr>
          <p:sp>
            <p:nvSpPr>
              <p:cNvPr id="85" name="Trapezoid 84">
                <a:extLst>
                  <a:ext uri="{FF2B5EF4-FFF2-40B4-BE49-F238E27FC236}">
                    <a16:creationId xmlns:a16="http://schemas.microsoft.com/office/drawing/2014/main" id="{32C46991-2F64-96B5-C16F-38B9ECAD8D90}"/>
                  </a:ext>
                </a:extLst>
              </p:cNvPr>
              <p:cNvSpPr/>
              <p:nvPr/>
            </p:nvSpPr>
            <p:spPr>
              <a:xfrm>
                <a:off x="5966910" y="29707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Trapezoid 85">
                <a:extLst>
                  <a:ext uri="{FF2B5EF4-FFF2-40B4-BE49-F238E27FC236}">
                    <a16:creationId xmlns:a16="http://schemas.microsoft.com/office/drawing/2014/main" id="{754C9B28-B0D8-AF06-8BFC-AA4EA9FA5EF2}"/>
                  </a:ext>
                </a:extLst>
              </p:cNvPr>
              <p:cNvSpPr/>
              <p:nvPr/>
            </p:nvSpPr>
            <p:spPr>
              <a:xfrm>
                <a:off x="5966910" y="31231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Trapezoid 86">
                <a:extLst>
                  <a:ext uri="{FF2B5EF4-FFF2-40B4-BE49-F238E27FC236}">
                    <a16:creationId xmlns:a16="http://schemas.microsoft.com/office/drawing/2014/main" id="{DCA4F7E7-2638-305F-952D-2F9153E40BBC}"/>
                  </a:ext>
                </a:extLst>
              </p:cNvPr>
              <p:cNvSpPr/>
              <p:nvPr/>
            </p:nvSpPr>
            <p:spPr>
              <a:xfrm>
                <a:off x="5966910" y="32755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F42AD0BC-D36C-1356-6F7C-2AD16577CA5F}"/>
                </a:ext>
              </a:extLst>
            </p:cNvPr>
            <p:cNvSpPr/>
            <p:nvPr/>
          </p:nvSpPr>
          <p:spPr>
            <a:xfrm>
              <a:off x="5729923" y="4712607"/>
              <a:ext cx="264426" cy="264426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Trapezoid 83">
              <a:extLst>
                <a:ext uri="{FF2B5EF4-FFF2-40B4-BE49-F238E27FC236}">
                  <a16:creationId xmlns:a16="http://schemas.microsoft.com/office/drawing/2014/main" id="{CE92EB26-DEA3-2CEE-0E3E-A5DB641B9EE0}"/>
                </a:ext>
              </a:extLst>
            </p:cNvPr>
            <p:cNvSpPr/>
            <p:nvPr/>
          </p:nvSpPr>
          <p:spPr>
            <a:xfrm rot="5400000">
              <a:off x="5704847" y="5128569"/>
              <a:ext cx="314578" cy="68790"/>
            </a:xfrm>
            <a:prstGeom prst="trapezoi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D0FFDCC-4F9D-56AC-B819-D6E888CBAD47}"/>
              </a:ext>
            </a:extLst>
          </p:cNvPr>
          <p:cNvGrpSpPr/>
          <p:nvPr/>
        </p:nvGrpSpPr>
        <p:grpSpPr>
          <a:xfrm>
            <a:off x="7850538" y="3650089"/>
            <a:ext cx="1899987" cy="5705976"/>
            <a:chOff x="5510462" y="2237874"/>
            <a:chExt cx="1899987" cy="5705976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7A7D9F5B-4730-EBAD-27C1-ADBA28E1771C}"/>
                </a:ext>
              </a:extLst>
            </p:cNvPr>
            <p:cNvSpPr/>
            <p:nvPr/>
          </p:nvSpPr>
          <p:spPr>
            <a:xfrm>
              <a:off x="5510462" y="2237874"/>
              <a:ext cx="1899987" cy="5705976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85CBA4F0-563A-CB42-EF3E-0FD14D258B03}"/>
                </a:ext>
              </a:extLst>
            </p:cNvPr>
            <p:cNvGrpSpPr/>
            <p:nvPr/>
          </p:nvGrpSpPr>
          <p:grpSpPr>
            <a:xfrm>
              <a:off x="5862136" y="2818397"/>
              <a:ext cx="1195890" cy="502075"/>
              <a:chOff x="5966910" y="2970798"/>
              <a:chExt cx="909889" cy="382002"/>
            </a:xfrm>
          </p:grpSpPr>
          <p:sp>
            <p:nvSpPr>
              <p:cNvPr id="100" name="Trapezoid 99">
                <a:extLst>
                  <a:ext uri="{FF2B5EF4-FFF2-40B4-BE49-F238E27FC236}">
                    <a16:creationId xmlns:a16="http://schemas.microsoft.com/office/drawing/2014/main" id="{E7E25BBD-8506-EC9C-D31D-14B1EB96E7F2}"/>
                  </a:ext>
                </a:extLst>
              </p:cNvPr>
              <p:cNvSpPr/>
              <p:nvPr/>
            </p:nvSpPr>
            <p:spPr>
              <a:xfrm>
                <a:off x="5966910" y="29707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rapezoid 100">
                <a:extLst>
                  <a:ext uri="{FF2B5EF4-FFF2-40B4-BE49-F238E27FC236}">
                    <a16:creationId xmlns:a16="http://schemas.microsoft.com/office/drawing/2014/main" id="{CF6FBE91-ECE3-0680-39C9-01CBE8A5528A}"/>
                  </a:ext>
                </a:extLst>
              </p:cNvPr>
              <p:cNvSpPr/>
              <p:nvPr/>
            </p:nvSpPr>
            <p:spPr>
              <a:xfrm>
                <a:off x="5966910" y="31231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Trapezoid 101">
                <a:extLst>
                  <a:ext uri="{FF2B5EF4-FFF2-40B4-BE49-F238E27FC236}">
                    <a16:creationId xmlns:a16="http://schemas.microsoft.com/office/drawing/2014/main" id="{ED7ABB66-CE98-8509-6077-519159433F58}"/>
                  </a:ext>
                </a:extLst>
              </p:cNvPr>
              <p:cNvSpPr/>
              <p:nvPr/>
            </p:nvSpPr>
            <p:spPr>
              <a:xfrm>
                <a:off x="5966910" y="32755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E667CE97-0696-B664-9219-186001CBEB56}"/>
                </a:ext>
              </a:extLst>
            </p:cNvPr>
            <p:cNvGrpSpPr/>
            <p:nvPr/>
          </p:nvGrpSpPr>
          <p:grpSpPr>
            <a:xfrm rot="10800000">
              <a:off x="5862510" y="6769775"/>
              <a:ext cx="1195890" cy="502075"/>
              <a:chOff x="5966910" y="2970798"/>
              <a:chExt cx="909889" cy="382002"/>
            </a:xfrm>
          </p:grpSpPr>
          <p:sp>
            <p:nvSpPr>
              <p:cNvPr id="97" name="Trapezoid 96">
                <a:extLst>
                  <a:ext uri="{FF2B5EF4-FFF2-40B4-BE49-F238E27FC236}">
                    <a16:creationId xmlns:a16="http://schemas.microsoft.com/office/drawing/2014/main" id="{E72A5B55-7680-0875-709C-95CF5D29B8C7}"/>
                  </a:ext>
                </a:extLst>
              </p:cNvPr>
              <p:cNvSpPr/>
              <p:nvPr/>
            </p:nvSpPr>
            <p:spPr>
              <a:xfrm>
                <a:off x="5966910" y="29707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Trapezoid 97">
                <a:extLst>
                  <a:ext uri="{FF2B5EF4-FFF2-40B4-BE49-F238E27FC236}">
                    <a16:creationId xmlns:a16="http://schemas.microsoft.com/office/drawing/2014/main" id="{47FDC4AF-1822-E7DA-5EBA-563A521A051E}"/>
                  </a:ext>
                </a:extLst>
              </p:cNvPr>
              <p:cNvSpPr/>
              <p:nvPr/>
            </p:nvSpPr>
            <p:spPr>
              <a:xfrm>
                <a:off x="5966910" y="31231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Trapezoid 98">
                <a:extLst>
                  <a:ext uri="{FF2B5EF4-FFF2-40B4-BE49-F238E27FC236}">
                    <a16:creationId xmlns:a16="http://schemas.microsoft.com/office/drawing/2014/main" id="{241C32BE-4710-AA4A-A0AE-D23A629EFF32}"/>
                  </a:ext>
                </a:extLst>
              </p:cNvPr>
              <p:cNvSpPr/>
              <p:nvPr/>
            </p:nvSpPr>
            <p:spPr>
              <a:xfrm>
                <a:off x="5966910" y="32755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00DD79AE-BDCE-CCC4-4432-9EB637962274}"/>
                </a:ext>
              </a:extLst>
            </p:cNvPr>
            <p:cNvSpPr/>
            <p:nvPr/>
          </p:nvSpPr>
          <p:spPr>
            <a:xfrm>
              <a:off x="5729923" y="4712607"/>
              <a:ext cx="264426" cy="264426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Trapezoid 95">
              <a:extLst>
                <a:ext uri="{FF2B5EF4-FFF2-40B4-BE49-F238E27FC236}">
                  <a16:creationId xmlns:a16="http://schemas.microsoft.com/office/drawing/2014/main" id="{E015FE4E-8C69-3350-8FC8-55EE2332BD83}"/>
                </a:ext>
              </a:extLst>
            </p:cNvPr>
            <p:cNvSpPr/>
            <p:nvPr/>
          </p:nvSpPr>
          <p:spPr>
            <a:xfrm rot="5400000">
              <a:off x="5704847" y="5128569"/>
              <a:ext cx="314578" cy="68790"/>
            </a:xfrm>
            <a:prstGeom prst="trapezoi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F2FA9BBF-A3C8-D354-ABA3-A222A399093C}"/>
              </a:ext>
            </a:extLst>
          </p:cNvPr>
          <p:cNvGrpSpPr/>
          <p:nvPr/>
        </p:nvGrpSpPr>
        <p:grpSpPr>
          <a:xfrm>
            <a:off x="9778055" y="3653345"/>
            <a:ext cx="1899987" cy="5705976"/>
            <a:chOff x="5510462" y="2237874"/>
            <a:chExt cx="1899987" cy="5705976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146108F-0D5F-0B97-98D2-1925EC89113B}"/>
                </a:ext>
              </a:extLst>
            </p:cNvPr>
            <p:cNvSpPr/>
            <p:nvPr/>
          </p:nvSpPr>
          <p:spPr>
            <a:xfrm>
              <a:off x="5510462" y="2237874"/>
              <a:ext cx="1899987" cy="5705976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EED6164F-4858-DB6C-D418-395A435BCC7D}"/>
                </a:ext>
              </a:extLst>
            </p:cNvPr>
            <p:cNvGrpSpPr/>
            <p:nvPr/>
          </p:nvGrpSpPr>
          <p:grpSpPr>
            <a:xfrm>
              <a:off x="5862136" y="2818397"/>
              <a:ext cx="1195890" cy="502075"/>
              <a:chOff x="5966910" y="2970798"/>
              <a:chExt cx="909889" cy="382002"/>
            </a:xfrm>
          </p:grpSpPr>
          <p:sp>
            <p:nvSpPr>
              <p:cNvPr id="112" name="Trapezoid 111">
                <a:extLst>
                  <a:ext uri="{FF2B5EF4-FFF2-40B4-BE49-F238E27FC236}">
                    <a16:creationId xmlns:a16="http://schemas.microsoft.com/office/drawing/2014/main" id="{587FC572-FAF2-31D6-C660-C2B0BFCFDE66}"/>
                  </a:ext>
                </a:extLst>
              </p:cNvPr>
              <p:cNvSpPr/>
              <p:nvPr/>
            </p:nvSpPr>
            <p:spPr>
              <a:xfrm>
                <a:off x="5966910" y="29707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Trapezoid 112">
                <a:extLst>
                  <a:ext uri="{FF2B5EF4-FFF2-40B4-BE49-F238E27FC236}">
                    <a16:creationId xmlns:a16="http://schemas.microsoft.com/office/drawing/2014/main" id="{363CCC8F-E9C1-6019-3545-6715E69889F4}"/>
                  </a:ext>
                </a:extLst>
              </p:cNvPr>
              <p:cNvSpPr/>
              <p:nvPr/>
            </p:nvSpPr>
            <p:spPr>
              <a:xfrm>
                <a:off x="5966910" y="31231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Trapezoid 113">
                <a:extLst>
                  <a:ext uri="{FF2B5EF4-FFF2-40B4-BE49-F238E27FC236}">
                    <a16:creationId xmlns:a16="http://schemas.microsoft.com/office/drawing/2014/main" id="{F8102FD6-BCF7-ABF7-4B62-860D90A70418}"/>
                  </a:ext>
                </a:extLst>
              </p:cNvPr>
              <p:cNvSpPr/>
              <p:nvPr/>
            </p:nvSpPr>
            <p:spPr>
              <a:xfrm>
                <a:off x="5966910" y="32755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02EBF62D-0D65-6B4D-9877-FC934E476C11}"/>
                </a:ext>
              </a:extLst>
            </p:cNvPr>
            <p:cNvGrpSpPr/>
            <p:nvPr/>
          </p:nvGrpSpPr>
          <p:grpSpPr>
            <a:xfrm rot="10800000">
              <a:off x="5862510" y="6769775"/>
              <a:ext cx="1195890" cy="502075"/>
              <a:chOff x="5966910" y="2970798"/>
              <a:chExt cx="909889" cy="382002"/>
            </a:xfrm>
          </p:grpSpPr>
          <p:sp>
            <p:nvSpPr>
              <p:cNvPr id="109" name="Trapezoid 108">
                <a:extLst>
                  <a:ext uri="{FF2B5EF4-FFF2-40B4-BE49-F238E27FC236}">
                    <a16:creationId xmlns:a16="http://schemas.microsoft.com/office/drawing/2014/main" id="{7F97B49B-2291-D6A4-B459-7E2FFB18168F}"/>
                  </a:ext>
                </a:extLst>
              </p:cNvPr>
              <p:cNvSpPr/>
              <p:nvPr/>
            </p:nvSpPr>
            <p:spPr>
              <a:xfrm>
                <a:off x="5966910" y="29707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Trapezoid 109">
                <a:extLst>
                  <a:ext uri="{FF2B5EF4-FFF2-40B4-BE49-F238E27FC236}">
                    <a16:creationId xmlns:a16="http://schemas.microsoft.com/office/drawing/2014/main" id="{CF8F1A81-A8A2-B3EF-BBCD-2CAE3388D6BF}"/>
                  </a:ext>
                </a:extLst>
              </p:cNvPr>
              <p:cNvSpPr/>
              <p:nvPr/>
            </p:nvSpPr>
            <p:spPr>
              <a:xfrm>
                <a:off x="5966910" y="31231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Trapezoid 110">
                <a:extLst>
                  <a:ext uri="{FF2B5EF4-FFF2-40B4-BE49-F238E27FC236}">
                    <a16:creationId xmlns:a16="http://schemas.microsoft.com/office/drawing/2014/main" id="{DA1BF073-E721-FF51-DF12-EC7219DF5A72}"/>
                  </a:ext>
                </a:extLst>
              </p:cNvPr>
              <p:cNvSpPr/>
              <p:nvPr/>
            </p:nvSpPr>
            <p:spPr>
              <a:xfrm>
                <a:off x="5966910" y="32755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C451A6E7-251F-E929-D676-D4503B3BC94B}"/>
                </a:ext>
              </a:extLst>
            </p:cNvPr>
            <p:cNvSpPr/>
            <p:nvPr/>
          </p:nvSpPr>
          <p:spPr>
            <a:xfrm>
              <a:off x="5729923" y="4712607"/>
              <a:ext cx="264426" cy="264426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Trapezoid 107">
              <a:extLst>
                <a:ext uri="{FF2B5EF4-FFF2-40B4-BE49-F238E27FC236}">
                  <a16:creationId xmlns:a16="http://schemas.microsoft.com/office/drawing/2014/main" id="{B63E6E4B-9A38-4264-8F50-32392A4159BB}"/>
                </a:ext>
              </a:extLst>
            </p:cNvPr>
            <p:cNvSpPr/>
            <p:nvPr/>
          </p:nvSpPr>
          <p:spPr>
            <a:xfrm rot="5400000">
              <a:off x="5704847" y="5128569"/>
              <a:ext cx="314578" cy="68790"/>
            </a:xfrm>
            <a:prstGeom prst="trapezoi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CCD3904-0B8F-6671-AE73-26A04DCEE002}"/>
              </a:ext>
            </a:extLst>
          </p:cNvPr>
          <p:cNvGrpSpPr/>
          <p:nvPr/>
        </p:nvGrpSpPr>
        <p:grpSpPr>
          <a:xfrm>
            <a:off x="11691807" y="3634911"/>
            <a:ext cx="1899987" cy="5705976"/>
            <a:chOff x="5510462" y="2237874"/>
            <a:chExt cx="1899987" cy="5705976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BED6E5CF-E224-5AB8-E758-47C436FA9548}"/>
                </a:ext>
              </a:extLst>
            </p:cNvPr>
            <p:cNvSpPr/>
            <p:nvPr/>
          </p:nvSpPr>
          <p:spPr>
            <a:xfrm>
              <a:off x="5510462" y="2237874"/>
              <a:ext cx="1899987" cy="5705976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781C4FB0-68EB-73A0-5C00-769A54B3ACF7}"/>
                </a:ext>
              </a:extLst>
            </p:cNvPr>
            <p:cNvGrpSpPr/>
            <p:nvPr/>
          </p:nvGrpSpPr>
          <p:grpSpPr>
            <a:xfrm>
              <a:off x="5862136" y="2818397"/>
              <a:ext cx="1195890" cy="502075"/>
              <a:chOff x="5966910" y="2970798"/>
              <a:chExt cx="909889" cy="382002"/>
            </a:xfrm>
          </p:grpSpPr>
          <p:sp>
            <p:nvSpPr>
              <p:cNvPr id="124" name="Trapezoid 123">
                <a:extLst>
                  <a:ext uri="{FF2B5EF4-FFF2-40B4-BE49-F238E27FC236}">
                    <a16:creationId xmlns:a16="http://schemas.microsoft.com/office/drawing/2014/main" id="{75C487D5-CCE7-AC2F-A378-BBF4BC328861}"/>
                  </a:ext>
                </a:extLst>
              </p:cNvPr>
              <p:cNvSpPr/>
              <p:nvPr/>
            </p:nvSpPr>
            <p:spPr>
              <a:xfrm>
                <a:off x="5966910" y="29707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Trapezoid 124">
                <a:extLst>
                  <a:ext uri="{FF2B5EF4-FFF2-40B4-BE49-F238E27FC236}">
                    <a16:creationId xmlns:a16="http://schemas.microsoft.com/office/drawing/2014/main" id="{96AF8B46-479B-79E4-1D50-649FA6BD4123}"/>
                  </a:ext>
                </a:extLst>
              </p:cNvPr>
              <p:cNvSpPr/>
              <p:nvPr/>
            </p:nvSpPr>
            <p:spPr>
              <a:xfrm>
                <a:off x="5966910" y="31231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Trapezoid 125">
                <a:extLst>
                  <a:ext uri="{FF2B5EF4-FFF2-40B4-BE49-F238E27FC236}">
                    <a16:creationId xmlns:a16="http://schemas.microsoft.com/office/drawing/2014/main" id="{4E4C7CED-DF33-679C-CFA5-4CCF7DBA4F70}"/>
                  </a:ext>
                </a:extLst>
              </p:cNvPr>
              <p:cNvSpPr/>
              <p:nvPr/>
            </p:nvSpPr>
            <p:spPr>
              <a:xfrm>
                <a:off x="5966910" y="32755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18594E5-71E6-9F70-9A63-6845CE68ADCC}"/>
                </a:ext>
              </a:extLst>
            </p:cNvPr>
            <p:cNvGrpSpPr/>
            <p:nvPr/>
          </p:nvGrpSpPr>
          <p:grpSpPr>
            <a:xfrm rot="10800000">
              <a:off x="5862510" y="6769775"/>
              <a:ext cx="1195890" cy="502075"/>
              <a:chOff x="5966910" y="2970798"/>
              <a:chExt cx="909889" cy="382002"/>
            </a:xfrm>
          </p:grpSpPr>
          <p:sp>
            <p:nvSpPr>
              <p:cNvPr id="121" name="Trapezoid 120">
                <a:extLst>
                  <a:ext uri="{FF2B5EF4-FFF2-40B4-BE49-F238E27FC236}">
                    <a16:creationId xmlns:a16="http://schemas.microsoft.com/office/drawing/2014/main" id="{7D3FF111-F8D7-FB39-78AE-1685FE5ACA31}"/>
                  </a:ext>
                </a:extLst>
              </p:cNvPr>
              <p:cNvSpPr/>
              <p:nvPr/>
            </p:nvSpPr>
            <p:spPr>
              <a:xfrm>
                <a:off x="5966910" y="29707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Trapezoid 121">
                <a:extLst>
                  <a:ext uri="{FF2B5EF4-FFF2-40B4-BE49-F238E27FC236}">
                    <a16:creationId xmlns:a16="http://schemas.microsoft.com/office/drawing/2014/main" id="{F57F50D7-8512-A883-5423-E94C74F4A54B}"/>
                  </a:ext>
                </a:extLst>
              </p:cNvPr>
              <p:cNvSpPr/>
              <p:nvPr/>
            </p:nvSpPr>
            <p:spPr>
              <a:xfrm>
                <a:off x="5966910" y="31231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Trapezoid 122">
                <a:extLst>
                  <a:ext uri="{FF2B5EF4-FFF2-40B4-BE49-F238E27FC236}">
                    <a16:creationId xmlns:a16="http://schemas.microsoft.com/office/drawing/2014/main" id="{B8A0C510-2C0C-F654-194D-5CB03586AC0C}"/>
                  </a:ext>
                </a:extLst>
              </p:cNvPr>
              <p:cNvSpPr/>
              <p:nvPr/>
            </p:nvSpPr>
            <p:spPr>
              <a:xfrm>
                <a:off x="5966910" y="32755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3EEA16C-B314-7C2C-CB86-5ACCA1D1C444}"/>
                </a:ext>
              </a:extLst>
            </p:cNvPr>
            <p:cNvSpPr/>
            <p:nvPr/>
          </p:nvSpPr>
          <p:spPr>
            <a:xfrm>
              <a:off x="5729923" y="4712607"/>
              <a:ext cx="264426" cy="264426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Trapezoid 119">
              <a:extLst>
                <a:ext uri="{FF2B5EF4-FFF2-40B4-BE49-F238E27FC236}">
                  <a16:creationId xmlns:a16="http://schemas.microsoft.com/office/drawing/2014/main" id="{5E747AE3-E2EC-1ED5-7E69-00352D4F09E3}"/>
                </a:ext>
              </a:extLst>
            </p:cNvPr>
            <p:cNvSpPr/>
            <p:nvPr/>
          </p:nvSpPr>
          <p:spPr>
            <a:xfrm rot="5400000">
              <a:off x="5704847" y="5128569"/>
              <a:ext cx="314578" cy="68790"/>
            </a:xfrm>
            <a:prstGeom prst="trapezoi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E449186-22AA-E784-4872-18F1D5201526}"/>
              </a:ext>
            </a:extLst>
          </p:cNvPr>
          <p:cNvGrpSpPr/>
          <p:nvPr/>
        </p:nvGrpSpPr>
        <p:grpSpPr>
          <a:xfrm>
            <a:off x="13609369" y="3634911"/>
            <a:ext cx="1899987" cy="5705976"/>
            <a:chOff x="5510462" y="2237874"/>
            <a:chExt cx="1899987" cy="5705976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534EF95-D2EC-6DAA-191D-CEF665EC0CBC}"/>
                </a:ext>
              </a:extLst>
            </p:cNvPr>
            <p:cNvSpPr/>
            <p:nvPr/>
          </p:nvSpPr>
          <p:spPr>
            <a:xfrm>
              <a:off x="5510462" y="2237874"/>
              <a:ext cx="1899987" cy="5705976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6F88418C-8481-CC61-002D-74E7D90A69B4}"/>
                </a:ext>
              </a:extLst>
            </p:cNvPr>
            <p:cNvGrpSpPr/>
            <p:nvPr/>
          </p:nvGrpSpPr>
          <p:grpSpPr>
            <a:xfrm>
              <a:off x="5862136" y="2818397"/>
              <a:ext cx="1195890" cy="502075"/>
              <a:chOff x="5966910" y="2970798"/>
              <a:chExt cx="909889" cy="382002"/>
            </a:xfrm>
          </p:grpSpPr>
          <p:sp>
            <p:nvSpPr>
              <p:cNvPr id="136" name="Trapezoid 135">
                <a:extLst>
                  <a:ext uri="{FF2B5EF4-FFF2-40B4-BE49-F238E27FC236}">
                    <a16:creationId xmlns:a16="http://schemas.microsoft.com/office/drawing/2014/main" id="{4ABCBC94-44BC-A953-86B8-9C8F184AA68F}"/>
                  </a:ext>
                </a:extLst>
              </p:cNvPr>
              <p:cNvSpPr/>
              <p:nvPr/>
            </p:nvSpPr>
            <p:spPr>
              <a:xfrm>
                <a:off x="5966910" y="29707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Trapezoid 136">
                <a:extLst>
                  <a:ext uri="{FF2B5EF4-FFF2-40B4-BE49-F238E27FC236}">
                    <a16:creationId xmlns:a16="http://schemas.microsoft.com/office/drawing/2014/main" id="{B67AA88D-5021-5252-CDFA-5FB13DF2BF96}"/>
                  </a:ext>
                </a:extLst>
              </p:cNvPr>
              <p:cNvSpPr/>
              <p:nvPr/>
            </p:nvSpPr>
            <p:spPr>
              <a:xfrm>
                <a:off x="5966910" y="31231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Trapezoid 137">
                <a:extLst>
                  <a:ext uri="{FF2B5EF4-FFF2-40B4-BE49-F238E27FC236}">
                    <a16:creationId xmlns:a16="http://schemas.microsoft.com/office/drawing/2014/main" id="{F54D8848-3AF1-54CF-5E3A-8CE6EF5E7826}"/>
                  </a:ext>
                </a:extLst>
              </p:cNvPr>
              <p:cNvSpPr/>
              <p:nvPr/>
            </p:nvSpPr>
            <p:spPr>
              <a:xfrm>
                <a:off x="5966910" y="32755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1F659682-38A9-856C-7CB9-0A8973F1C490}"/>
                </a:ext>
              </a:extLst>
            </p:cNvPr>
            <p:cNvGrpSpPr/>
            <p:nvPr/>
          </p:nvGrpSpPr>
          <p:grpSpPr>
            <a:xfrm rot="10800000">
              <a:off x="5862510" y="6769775"/>
              <a:ext cx="1195890" cy="502075"/>
              <a:chOff x="5966910" y="2970798"/>
              <a:chExt cx="909889" cy="382002"/>
            </a:xfrm>
          </p:grpSpPr>
          <p:sp>
            <p:nvSpPr>
              <p:cNvPr id="133" name="Trapezoid 132">
                <a:extLst>
                  <a:ext uri="{FF2B5EF4-FFF2-40B4-BE49-F238E27FC236}">
                    <a16:creationId xmlns:a16="http://schemas.microsoft.com/office/drawing/2014/main" id="{27BD18E4-E4B3-A335-D066-AC87029C16AA}"/>
                  </a:ext>
                </a:extLst>
              </p:cNvPr>
              <p:cNvSpPr/>
              <p:nvPr/>
            </p:nvSpPr>
            <p:spPr>
              <a:xfrm>
                <a:off x="5966910" y="29707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Trapezoid 133">
                <a:extLst>
                  <a:ext uri="{FF2B5EF4-FFF2-40B4-BE49-F238E27FC236}">
                    <a16:creationId xmlns:a16="http://schemas.microsoft.com/office/drawing/2014/main" id="{171605E8-779C-3AD4-E5E7-9EBD09E317E5}"/>
                  </a:ext>
                </a:extLst>
              </p:cNvPr>
              <p:cNvSpPr/>
              <p:nvPr/>
            </p:nvSpPr>
            <p:spPr>
              <a:xfrm>
                <a:off x="5966910" y="31231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Trapezoid 134">
                <a:extLst>
                  <a:ext uri="{FF2B5EF4-FFF2-40B4-BE49-F238E27FC236}">
                    <a16:creationId xmlns:a16="http://schemas.microsoft.com/office/drawing/2014/main" id="{B5082430-1335-7FFC-8E08-C5CF2D8DFEE3}"/>
                  </a:ext>
                </a:extLst>
              </p:cNvPr>
              <p:cNvSpPr/>
              <p:nvPr/>
            </p:nvSpPr>
            <p:spPr>
              <a:xfrm>
                <a:off x="5966910" y="32755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0B9918C9-141F-693E-3492-F1461A7D36A5}"/>
                </a:ext>
              </a:extLst>
            </p:cNvPr>
            <p:cNvSpPr/>
            <p:nvPr/>
          </p:nvSpPr>
          <p:spPr>
            <a:xfrm>
              <a:off x="5729923" y="4712607"/>
              <a:ext cx="264426" cy="264426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Trapezoid 131">
              <a:extLst>
                <a:ext uri="{FF2B5EF4-FFF2-40B4-BE49-F238E27FC236}">
                  <a16:creationId xmlns:a16="http://schemas.microsoft.com/office/drawing/2014/main" id="{A784D855-32BD-83F4-60A2-9F3A6BE10797}"/>
                </a:ext>
              </a:extLst>
            </p:cNvPr>
            <p:cNvSpPr/>
            <p:nvPr/>
          </p:nvSpPr>
          <p:spPr>
            <a:xfrm rot="5400000">
              <a:off x="5704847" y="5128569"/>
              <a:ext cx="314578" cy="68790"/>
            </a:xfrm>
            <a:prstGeom prst="trapezoi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AE4A707C-E2A2-1883-7FD6-DC8677DD530D}"/>
              </a:ext>
            </a:extLst>
          </p:cNvPr>
          <p:cNvGrpSpPr/>
          <p:nvPr/>
        </p:nvGrpSpPr>
        <p:grpSpPr>
          <a:xfrm>
            <a:off x="15523121" y="3635575"/>
            <a:ext cx="1899987" cy="5705976"/>
            <a:chOff x="5510462" y="2237874"/>
            <a:chExt cx="1899987" cy="5705976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89699EF0-4084-FB68-C710-0FA2BAC9509C}"/>
                </a:ext>
              </a:extLst>
            </p:cNvPr>
            <p:cNvSpPr/>
            <p:nvPr/>
          </p:nvSpPr>
          <p:spPr>
            <a:xfrm>
              <a:off x="5510462" y="2237874"/>
              <a:ext cx="1899987" cy="5705976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59777FEF-429E-E333-BA92-60A9C7345C24}"/>
                </a:ext>
              </a:extLst>
            </p:cNvPr>
            <p:cNvGrpSpPr/>
            <p:nvPr/>
          </p:nvGrpSpPr>
          <p:grpSpPr>
            <a:xfrm>
              <a:off x="5862136" y="2818397"/>
              <a:ext cx="1195890" cy="502075"/>
              <a:chOff x="5966910" y="2970798"/>
              <a:chExt cx="909889" cy="382002"/>
            </a:xfrm>
          </p:grpSpPr>
          <p:sp>
            <p:nvSpPr>
              <p:cNvPr id="148" name="Trapezoid 147">
                <a:extLst>
                  <a:ext uri="{FF2B5EF4-FFF2-40B4-BE49-F238E27FC236}">
                    <a16:creationId xmlns:a16="http://schemas.microsoft.com/office/drawing/2014/main" id="{6C801BD0-8766-8036-F2BC-6F1CC6A25A62}"/>
                  </a:ext>
                </a:extLst>
              </p:cNvPr>
              <p:cNvSpPr/>
              <p:nvPr/>
            </p:nvSpPr>
            <p:spPr>
              <a:xfrm>
                <a:off x="5966910" y="29707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Trapezoid 148">
                <a:extLst>
                  <a:ext uri="{FF2B5EF4-FFF2-40B4-BE49-F238E27FC236}">
                    <a16:creationId xmlns:a16="http://schemas.microsoft.com/office/drawing/2014/main" id="{151E26C8-4468-6F00-095E-9B9558B331D2}"/>
                  </a:ext>
                </a:extLst>
              </p:cNvPr>
              <p:cNvSpPr/>
              <p:nvPr/>
            </p:nvSpPr>
            <p:spPr>
              <a:xfrm>
                <a:off x="5966910" y="31231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Trapezoid 149">
                <a:extLst>
                  <a:ext uri="{FF2B5EF4-FFF2-40B4-BE49-F238E27FC236}">
                    <a16:creationId xmlns:a16="http://schemas.microsoft.com/office/drawing/2014/main" id="{19BB7F39-BDED-D8DF-B746-5CB288F7B52B}"/>
                  </a:ext>
                </a:extLst>
              </p:cNvPr>
              <p:cNvSpPr/>
              <p:nvPr/>
            </p:nvSpPr>
            <p:spPr>
              <a:xfrm>
                <a:off x="5966910" y="32755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10ADAA05-EF37-2377-9E1D-4A29C86BE16B}"/>
                </a:ext>
              </a:extLst>
            </p:cNvPr>
            <p:cNvGrpSpPr/>
            <p:nvPr/>
          </p:nvGrpSpPr>
          <p:grpSpPr>
            <a:xfrm rot="10800000">
              <a:off x="5862510" y="6769775"/>
              <a:ext cx="1195890" cy="502075"/>
              <a:chOff x="5966910" y="2970798"/>
              <a:chExt cx="909889" cy="382002"/>
            </a:xfrm>
          </p:grpSpPr>
          <p:sp>
            <p:nvSpPr>
              <p:cNvPr id="145" name="Trapezoid 144">
                <a:extLst>
                  <a:ext uri="{FF2B5EF4-FFF2-40B4-BE49-F238E27FC236}">
                    <a16:creationId xmlns:a16="http://schemas.microsoft.com/office/drawing/2014/main" id="{C7D5178C-DB7A-F8EC-E290-51A905E4D883}"/>
                  </a:ext>
                </a:extLst>
              </p:cNvPr>
              <p:cNvSpPr/>
              <p:nvPr/>
            </p:nvSpPr>
            <p:spPr>
              <a:xfrm>
                <a:off x="5966910" y="29707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Trapezoid 145">
                <a:extLst>
                  <a:ext uri="{FF2B5EF4-FFF2-40B4-BE49-F238E27FC236}">
                    <a16:creationId xmlns:a16="http://schemas.microsoft.com/office/drawing/2014/main" id="{B2EA5053-9E2D-EF84-7975-482C84091C6D}"/>
                  </a:ext>
                </a:extLst>
              </p:cNvPr>
              <p:cNvSpPr/>
              <p:nvPr/>
            </p:nvSpPr>
            <p:spPr>
              <a:xfrm>
                <a:off x="5966910" y="31231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Trapezoid 146">
                <a:extLst>
                  <a:ext uri="{FF2B5EF4-FFF2-40B4-BE49-F238E27FC236}">
                    <a16:creationId xmlns:a16="http://schemas.microsoft.com/office/drawing/2014/main" id="{B70CC712-3DBE-70A2-DEB3-95AE69C63236}"/>
                  </a:ext>
                </a:extLst>
              </p:cNvPr>
              <p:cNvSpPr/>
              <p:nvPr/>
            </p:nvSpPr>
            <p:spPr>
              <a:xfrm>
                <a:off x="5966910" y="32755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9AFA8953-0982-D5C5-11A5-7846D4A4F6AF}"/>
                </a:ext>
              </a:extLst>
            </p:cNvPr>
            <p:cNvSpPr/>
            <p:nvPr/>
          </p:nvSpPr>
          <p:spPr>
            <a:xfrm>
              <a:off x="5729923" y="4712607"/>
              <a:ext cx="264426" cy="264426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Trapezoid 143">
              <a:extLst>
                <a:ext uri="{FF2B5EF4-FFF2-40B4-BE49-F238E27FC236}">
                  <a16:creationId xmlns:a16="http://schemas.microsoft.com/office/drawing/2014/main" id="{9D2FBFF3-18AE-A449-2944-443EDDD612A0}"/>
                </a:ext>
              </a:extLst>
            </p:cNvPr>
            <p:cNvSpPr/>
            <p:nvPr/>
          </p:nvSpPr>
          <p:spPr>
            <a:xfrm rot="5400000">
              <a:off x="5704847" y="5128569"/>
              <a:ext cx="314578" cy="68790"/>
            </a:xfrm>
            <a:prstGeom prst="trapezoi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9AAB9AE-0051-5F07-EA37-839B1D58CD10}"/>
              </a:ext>
            </a:extLst>
          </p:cNvPr>
          <p:cNvGrpSpPr/>
          <p:nvPr/>
        </p:nvGrpSpPr>
        <p:grpSpPr>
          <a:xfrm>
            <a:off x="189100" y="3668319"/>
            <a:ext cx="1899987" cy="5705976"/>
            <a:chOff x="5510462" y="2237874"/>
            <a:chExt cx="1899987" cy="570597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EE04833-A2EA-9570-F395-62A0BDBB6D73}"/>
                </a:ext>
              </a:extLst>
            </p:cNvPr>
            <p:cNvSpPr/>
            <p:nvPr/>
          </p:nvSpPr>
          <p:spPr>
            <a:xfrm>
              <a:off x="5510462" y="2237874"/>
              <a:ext cx="1899987" cy="5705976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BF9D77E-6E08-ADC1-3119-3F3B1946F85C}"/>
                </a:ext>
              </a:extLst>
            </p:cNvPr>
            <p:cNvGrpSpPr/>
            <p:nvPr/>
          </p:nvGrpSpPr>
          <p:grpSpPr>
            <a:xfrm>
              <a:off x="5862136" y="2818397"/>
              <a:ext cx="1195890" cy="502075"/>
              <a:chOff x="5966910" y="2970798"/>
              <a:chExt cx="909889" cy="382002"/>
            </a:xfrm>
          </p:grpSpPr>
          <p:sp>
            <p:nvSpPr>
              <p:cNvPr id="52" name="Trapezoid 51">
                <a:extLst>
                  <a:ext uri="{FF2B5EF4-FFF2-40B4-BE49-F238E27FC236}">
                    <a16:creationId xmlns:a16="http://schemas.microsoft.com/office/drawing/2014/main" id="{3F9281AC-2EAC-13A8-9A7E-D365F4F1EFF0}"/>
                  </a:ext>
                </a:extLst>
              </p:cNvPr>
              <p:cNvSpPr/>
              <p:nvPr/>
            </p:nvSpPr>
            <p:spPr>
              <a:xfrm>
                <a:off x="5966910" y="29707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rapezoid 52">
                <a:extLst>
                  <a:ext uri="{FF2B5EF4-FFF2-40B4-BE49-F238E27FC236}">
                    <a16:creationId xmlns:a16="http://schemas.microsoft.com/office/drawing/2014/main" id="{74CB72B6-4EE3-FF54-FA73-6D3C120F77D2}"/>
                  </a:ext>
                </a:extLst>
              </p:cNvPr>
              <p:cNvSpPr/>
              <p:nvPr/>
            </p:nvSpPr>
            <p:spPr>
              <a:xfrm>
                <a:off x="5966910" y="31231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Trapezoid 53">
                <a:extLst>
                  <a:ext uri="{FF2B5EF4-FFF2-40B4-BE49-F238E27FC236}">
                    <a16:creationId xmlns:a16="http://schemas.microsoft.com/office/drawing/2014/main" id="{DE67A1F9-7312-F64B-C619-1D97A758D072}"/>
                  </a:ext>
                </a:extLst>
              </p:cNvPr>
              <p:cNvSpPr/>
              <p:nvPr/>
            </p:nvSpPr>
            <p:spPr>
              <a:xfrm>
                <a:off x="5966910" y="32755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D84C31F-5FAC-855E-CF46-B8C144032B9C}"/>
                </a:ext>
              </a:extLst>
            </p:cNvPr>
            <p:cNvGrpSpPr/>
            <p:nvPr/>
          </p:nvGrpSpPr>
          <p:grpSpPr>
            <a:xfrm rot="10800000">
              <a:off x="5862510" y="6769775"/>
              <a:ext cx="1195890" cy="502075"/>
              <a:chOff x="5966910" y="2970798"/>
              <a:chExt cx="909889" cy="382002"/>
            </a:xfrm>
          </p:grpSpPr>
          <p:sp>
            <p:nvSpPr>
              <p:cNvPr id="33" name="Trapezoid 32">
                <a:extLst>
                  <a:ext uri="{FF2B5EF4-FFF2-40B4-BE49-F238E27FC236}">
                    <a16:creationId xmlns:a16="http://schemas.microsoft.com/office/drawing/2014/main" id="{0DBF31B3-DCB9-92A2-46E3-CDBED3E8824F}"/>
                  </a:ext>
                </a:extLst>
              </p:cNvPr>
              <p:cNvSpPr/>
              <p:nvPr/>
            </p:nvSpPr>
            <p:spPr>
              <a:xfrm>
                <a:off x="5966910" y="29707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Trapezoid 33">
                <a:extLst>
                  <a:ext uri="{FF2B5EF4-FFF2-40B4-BE49-F238E27FC236}">
                    <a16:creationId xmlns:a16="http://schemas.microsoft.com/office/drawing/2014/main" id="{1BFC1B65-2542-637A-AE61-F0F1087B9068}"/>
                  </a:ext>
                </a:extLst>
              </p:cNvPr>
              <p:cNvSpPr/>
              <p:nvPr/>
            </p:nvSpPr>
            <p:spPr>
              <a:xfrm>
                <a:off x="5966910" y="31231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Trapezoid 50">
                <a:extLst>
                  <a:ext uri="{FF2B5EF4-FFF2-40B4-BE49-F238E27FC236}">
                    <a16:creationId xmlns:a16="http://schemas.microsoft.com/office/drawing/2014/main" id="{4482EE88-AE97-8C55-4047-176D34B04467}"/>
                  </a:ext>
                </a:extLst>
              </p:cNvPr>
              <p:cNvSpPr/>
              <p:nvPr/>
            </p:nvSpPr>
            <p:spPr>
              <a:xfrm>
                <a:off x="5966910" y="3275598"/>
                <a:ext cx="909889" cy="77202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763E047-6B19-4D4D-DFC3-FC88B6CAABAE}"/>
                </a:ext>
              </a:extLst>
            </p:cNvPr>
            <p:cNvSpPr/>
            <p:nvPr/>
          </p:nvSpPr>
          <p:spPr>
            <a:xfrm>
              <a:off x="5729923" y="4712607"/>
              <a:ext cx="264426" cy="264426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rapezoid 31">
              <a:extLst>
                <a:ext uri="{FF2B5EF4-FFF2-40B4-BE49-F238E27FC236}">
                  <a16:creationId xmlns:a16="http://schemas.microsoft.com/office/drawing/2014/main" id="{C8A9C331-47CC-1FEF-E125-6BEE34CF132C}"/>
                </a:ext>
              </a:extLst>
            </p:cNvPr>
            <p:cNvSpPr/>
            <p:nvPr/>
          </p:nvSpPr>
          <p:spPr>
            <a:xfrm rot="5400000">
              <a:off x="5704847" y="5128569"/>
              <a:ext cx="314578" cy="68790"/>
            </a:xfrm>
            <a:prstGeom prst="trapezoi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F4760578-9A53-8BC4-5732-84E4350253CD}"/>
              </a:ext>
            </a:extLst>
          </p:cNvPr>
          <p:cNvGrpSpPr/>
          <p:nvPr/>
        </p:nvGrpSpPr>
        <p:grpSpPr>
          <a:xfrm>
            <a:off x="-18912636" y="0"/>
            <a:ext cx="19488819" cy="18288001"/>
            <a:chOff x="-448010" y="152399"/>
            <a:chExt cx="19488819" cy="18288001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574ED355-D9D5-37E9-325C-9CB7F4572DB6}"/>
                </a:ext>
              </a:extLst>
            </p:cNvPr>
            <p:cNvGrpSpPr/>
            <p:nvPr/>
          </p:nvGrpSpPr>
          <p:grpSpPr>
            <a:xfrm>
              <a:off x="155800" y="9440524"/>
              <a:ext cx="18294798" cy="8999876"/>
              <a:chOff x="0" y="9383107"/>
              <a:chExt cx="18294798" cy="8999876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41AF53E1-6B9D-4BDE-298F-A85FE6064759}"/>
                  </a:ext>
                </a:extLst>
              </p:cNvPr>
              <p:cNvSpPr/>
              <p:nvPr/>
            </p:nvSpPr>
            <p:spPr>
              <a:xfrm rot="10800000">
                <a:off x="3399" y="9383107"/>
                <a:ext cx="18288000" cy="899987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F18F6CA6-CBAF-FB6F-0985-7588A2361FBB}"/>
                  </a:ext>
                </a:extLst>
              </p:cNvPr>
              <p:cNvSpPr/>
              <p:nvPr/>
            </p:nvSpPr>
            <p:spPr>
              <a:xfrm rot="10800000">
                <a:off x="16465998" y="1655418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D2FD4FA-9F37-2EC2-CFE7-A756F028D200}"/>
                  </a:ext>
                </a:extLst>
              </p:cNvPr>
              <p:cNvSpPr/>
              <p:nvPr/>
            </p:nvSpPr>
            <p:spPr>
              <a:xfrm rot="10800000">
                <a:off x="14637198" y="1472538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FC2FAD09-348B-D064-8528-B79165B895FA}"/>
                  </a:ext>
                </a:extLst>
              </p:cNvPr>
              <p:cNvSpPr/>
              <p:nvPr/>
            </p:nvSpPr>
            <p:spPr>
              <a:xfrm rot="10800000">
                <a:off x="12811797" y="1289658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85A8F3D3-EFEE-2DD8-D1FC-9E828D6DBB80}"/>
                  </a:ext>
                </a:extLst>
              </p:cNvPr>
              <p:cNvSpPr/>
              <p:nvPr/>
            </p:nvSpPr>
            <p:spPr>
              <a:xfrm rot="10800000">
                <a:off x="10972800" y="1472538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96131F8D-CB11-16B8-F8AE-05A079B56E29}"/>
                  </a:ext>
                </a:extLst>
              </p:cNvPr>
              <p:cNvSpPr/>
              <p:nvPr/>
            </p:nvSpPr>
            <p:spPr>
              <a:xfrm rot="10800000">
                <a:off x="9144000" y="1287683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B777477C-2D12-F362-4E40-9960C784E167}"/>
                  </a:ext>
                </a:extLst>
              </p:cNvPr>
              <p:cNvSpPr/>
              <p:nvPr/>
            </p:nvSpPr>
            <p:spPr>
              <a:xfrm rot="10800000">
                <a:off x="7321998" y="1472538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6F24840B-89AB-8C43-C62D-B8D43D70F81D}"/>
                  </a:ext>
                </a:extLst>
              </p:cNvPr>
              <p:cNvSpPr/>
              <p:nvPr/>
            </p:nvSpPr>
            <p:spPr>
              <a:xfrm rot="10800000">
                <a:off x="5482866" y="1655418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5FE557A4-A7BA-83B4-B695-612CDAD9D49A}"/>
                  </a:ext>
                </a:extLst>
              </p:cNvPr>
              <p:cNvSpPr/>
              <p:nvPr/>
            </p:nvSpPr>
            <p:spPr>
              <a:xfrm rot="10800000">
                <a:off x="3685062" y="1472538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6283078A-DB58-67C2-599F-51D08A6F0D4A}"/>
                  </a:ext>
                </a:extLst>
              </p:cNvPr>
              <p:cNvSpPr/>
              <p:nvPr/>
            </p:nvSpPr>
            <p:spPr>
              <a:xfrm rot="10800000">
                <a:off x="1832199" y="1286774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0C17D730-90C0-C0D6-B2CA-B9DCA53B6F1E}"/>
                  </a:ext>
                </a:extLst>
              </p:cNvPr>
              <p:cNvSpPr/>
              <p:nvPr/>
            </p:nvSpPr>
            <p:spPr>
              <a:xfrm rot="10800000">
                <a:off x="1832199" y="1655418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F162059C-1E42-E4EB-CE71-0622FDB3078D}"/>
                  </a:ext>
                </a:extLst>
              </p:cNvPr>
              <p:cNvSpPr/>
              <p:nvPr/>
            </p:nvSpPr>
            <p:spPr>
              <a:xfrm rot="10800000">
                <a:off x="12808398" y="1287683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D2D74728-B1D9-E708-1E38-946E06F694C3}"/>
                  </a:ext>
                </a:extLst>
              </p:cNvPr>
              <p:cNvSpPr/>
              <p:nvPr/>
            </p:nvSpPr>
            <p:spPr>
              <a:xfrm rot="10800000">
                <a:off x="9161130" y="1655418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1E27BB3B-B726-B52D-1DE5-2F8646BE27DC}"/>
                  </a:ext>
                </a:extLst>
              </p:cNvPr>
              <p:cNvSpPr/>
              <p:nvPr/>
            </p:nvSpPr>
            <p:spPr>
              <a:xfrm rot="10800000">
                <a:off x="0" y="1469654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BF9946E7-5E50-1E1D-E563-27FACF4FBF5B}"/>
                  </a:ext>
                </a:extLst>
              </p:cNvPr>
              <p:cNvSpPr/>
              <p:nvPr/>
            </p:nvSpPr>
            <p:spPr>
              <a:xfrm rot="10800000">
                <a:off x="12811814" y="16525343"/>
                <a:ext cx="1828800" cy="18288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0D364A62-2E2B-5168-965C-9D89F07A6155}"/>
                </a:ext>
              </a:extLst>
            </p:cNvPr>
            <p:cNvGrpSpPr/>
            <p:nvPr/>
          </p:nvGrpSpPr>
          <p:grpSpPr>
            <a:xfrm>
              <a:off x="-448010" y="152399"/>
              <a:ext cx="19488819" cy="9288122"/>
              <a:chOff x="-600410" y="-1"/>
              <a:chExt cx="19488819" cy="9288122"/>
            </a:xfrm>
          </p:grpSpPr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2A1B0AB0-8F93-A9DA-43AB-1BBA58F6F49F}"/>
                  </a:ext>
                </a:extLst>
              </p:cNvPr>
              <p:cNvSpPr/>
              <p:nvPr/>
            </p:nvSpPr>
            <p:spPr>
              <a:xfrm rot="10800000">
                <a:off x="9524" y="-1"/>
                <a:ext cx="18288000" cy="9288122"/>
              </a:xfrm>
              <a:prstGeom prst="rect">
                <a:avLst/>
              </a:prstGeom>
              <a:solidFill>
                <a:srgbClr val="F9E1B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Trapezoid 161">
                <a:extLst>
                  <a:ext uri="{FF2B5EF4-FFF2-40B4-BE49-F238E27FC236}">
                    <a16:creationId xmlns:a16="http://schemas.microsoft.com/office/drawing/2014/main" id="{83693A7E-C837-30D1-D918-345EE479CE9D}"/>
                  </a:ext>
                </a:extLst>
              </p:cNvPr>
              <p:cNvSpPr/>
              <p:nvPr/>
            </p:nvSpPr>
            <p:spPr>
              <a:xfrm rot="19800000">
                <a:off x="-600410" y="3361903"/>
                <a:ext cx="4547286" cy="1216152"/>
              </a:xfrm>
              <a:prstGeom prst="trapezoid">
                <a:avLst>
                  <a:gd name="adj" fmla="val 57575"/>
                </a:avLst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B986BB87-ADE6-68EB-E42B-E732A316549D}"/>
                  </a:ext>
                </a:extLst>
              </p:cNvPr>
              <p:cNvSpPr/>
              <p:nvPr/>
            </p:nvSpPr>
            <p:spPr>
              <a:xfrm rot="10800000">
                <a:off x="2752389" y="2657053"/>
                <a:ext cx="12782884" cy="1216152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Trapezoid 163">
                <a:extLst>
                  <a:ext uri="{FF2B5EF4-FFF2-40B4-BE49-F238E27FC236}">
                    <a16:creationId xmlns:a16="http://schemas.microsoft.com/office/drawing/2014/main" id="{DC937650-B899-D98A-0ACC-011C62BA85A7}"/>
                  </a:ext>
                </a:extLst>
              </p:cNvPr>
              <p:cNvSpPr/>
              <p:nvPr/>
            </p:nvSpPr>
            <p:spPr>
              <a:xfrm rot="9000000">
                <a:off x="14341123" y="1944600"/>
                <a:ext cx="4547286" cy="1216152"/>
              </a:xfrm>
              <a:prstGeom prst="trapezoid">
                <a:avLst>
                  <a:gd name="adj" fmla="val 57575"/>
                </a:avLst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C7AFC29B-E514-A5CA-486D-908385A98486}"/>
                </a:ext>
              </a:extLst>
            </p:cNvPr>
            <p:cNvGrpSpPr/>
            <p:nvPr/>
          </p:nvGrpSpPr>
          <p:grpSpPr>
            <a:xfrm>
              <a:off x="1403657" y="3848081"/>
              <a:ext cx="1899987" cy="5705976"/>
              <a:chOff x="5510462" y="2237874"/>
              <a:chExt cx="1899987" cy="5705976"/>
            </a:xfrm>
          </p:grpSpPr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545DFD6C-5B89-D68D-7E6E-DFB290E4C34A}"/>
                  </a:ext>
                </a:extLst>
              </p:cNvPr>
              <p:cNvSpPr/>
              <p:nvPr/>
            </p:nvSpPr>
            <p:spPr>
              <a:xfrm>
                <a:off x="5510462" y="2237874"/>
                <a:ext cx="1899987" cy="5705976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4787D2F7-2487-F8F7-6585-1E0741ECB2CA}"/>
                  </a:ext>
                </a:extLst>
              </p:cNvPr>
              <p:cNvGrpSpPr/>
              <p:nvPr/>
            </p:nvGrpSpPr>
            <p:grpSpPr>
              <a:xfrm>
                <a:off x="5862136" y="2818397"/>
                <a:ext cx="1195890" cy="502075"/>
                <a:chOff x="5966910" y="2970798"/>
                <a:chExt cx="909889" cy="382002"/>
              </a:xfrm>
            </p:grpSpPr>
            <p:sp>
              <p:nvSpPr>
                <p:cNvPr id="174" name="Trapezoid 173">
                  <a:extLst>
                    <a:ext uri="{FF2B5EF4-FFF2-40B4-BE49-F238E27FC236}">
                      <a16:creationId xmlns:a16="http://schemas.microsoft.com/office/drawing/2014/main" id="{43CF71F1-FAAA-3EC8-58D2-EE9D5384A39D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" name="Trapezoid 174">
                  <a:extLst>
                    <a:ext uri="{FF2B5EF4-FFF2-40B4-BE49-F238E27FC236}">
                      <a16:creationId xmlns:a16="http://schemas.microsoft.com/office/drawing/2014/main" id="{7BD65C18-EC69-C2D1-9454-D7325B90D170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" name="Trapezoid 175">
                  <a:extLst>
                    <a:ext uri="{FF2B5EF4-FFF2-40B4-BE49-F238E27FC236}">
                      <a16:creationId xmlns:a16="http://schemas.microsoft.com/office/drawing/2014/main" id="{9455CDAD-4EBA-5989-1D71-DBD93B0D0DFC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FB1F7BCB-6EB7-BDD6-E5DA-829CA54504B5}"/>
                  </a:ext>
                </a:extLst>
              </p:cNvPr>
              <p:cNvGrpSpPr/>
              <p:nvPr/>
            </p:nvGrpSpPr>
            <p:grpSpPr>
              <a:xfrm rot="10800000">
                <a:off x="5862510" y="6769775"/>
                <a:ext cx="1195890" cy="502075"/>
                <a:chOff x="5966910" y="2970798"/>
                <a:chExt cx="909889" cy="382002"/>
              </a:xfrm>
            </p:grpSpPr>
            <p:sp>
              <p:nvSpPr>
                <p:cNvPr id="171" name="Trapezoid 170">
                  <a:extLst>
                    <a:ext uri="{FF2B5EF4-FFF2-40B4-BE49-F238E27FC236}">
                      <a16:creationId xmlns:a16="http://schemas.microsoft.com/office/drawing/2014/main" id="{139E571E-7A41-D814-9044-2B94FD08B706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Trapezoid 171">
                  <a:extLst>
                    <a:ext uri="{FF2B5EF4-FFF2-40B4-BE49-F238E27FC236}">
                      <a16:creationId xmlns:a16="http://schemas.microsoft.com/office/drawing/2014/main" id="{F3E0C50A-43FF-5338-A1B9-3D1BD472DC6B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Trapezoid 172">
                  <a:extLst>
                    <a:ext uri="{FF2B5EF4-FFF2-40B4-BE49-F238E27FC236}">
                      <a16:creationId xmlns:a16="http://schemas.microsoft.com/office/drawing/2014/main" id="{FD967ABA-8E12-63C7-A804-56230B196A5A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8C0ECD00-87F3-9167-D208-1BA152B54852}"/>
                  </a:ext>
                </a:extLst>
              </p:cNvPr>
              <p:cNvSpPr/>
              <p:nvPr/>
            </p:nvSpPr>
            <p:spPr>
              <a:xfrm>
                <a:off x="5729923" y="4712607"/>
                <a:ext cx="264426" cy="26442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Trapezoid 169">
                <a:extLst>
                  <a:ext uri="{FF2B5EF4-FFF2-40B4-BE49-F238E27FC236}">
                    <a16:creationId xmlns:a16="http://schemas.microsoft.com/office/drawing/2014/main" id="{DD4A7035-5822-D8CC-CDFE-C1E01DE824A7}"/>
                  </a:ext>
                </a:extLst>
              </p:cNvPr>
              <p:cNvSpPr/>
              <p:nvPr/>
            </p:nvSpPr>
            <p:spPr>
              <a:xfrm rot="5400000">
                <a:off x="5704847" y="5128569"/>
                <a:ext cx="314578" cy="68790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EBFACD34-B588-7C5F-753E-56BE1EE30B0F}"/>
                </a:ext>
              </a:extLst>
            </p:cNvPr>
            <p:cNvGrpSpPr/>
            <p:nvPr/>
          </p:nvGrpSpPr>
          <p:grpSpPr>
            <a:xfrm>
              <a:off x="3316055" y="3848081"/>
              <a:ext cx="1899987" cy="5705976"/>
              <a:chOff x="5510462" y="2237874"/>
              <a:chExt cx="1899987" cy="5705976"/>
            </a:xfrm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01825542-9F78-0B9E-0D25-126BF87C125E}"/>
                  </a:ext>
                </a:extLst>
              </p:cNvPr>
              <p:cNvSpPr/>
              <p:nvPr/>
            </p:nvSpPr>
            <p:spPr>
              <a:xfrm>
                <a:off x="5510462" y="2237874"/>
                <a:ext cx="1899987" cy="5705976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9" name="Group 178">
                <a:extLst>
                  <a:ext uri="{FF2B5EF4-FFF2-40B4-BE49-F238E27FC236}">
                    <a16:creationId xmlns:a16="http://schemas.microsoft.com/office/drawing/2014/main" id="{C0B81C52-B8E8-07E1-3CDF-475E1C25851D}"/>
                  </a:ext>
                </a:extLst>
              </p:cNvPr>
              <p:cNvGrpSpPr/>
              <p:nvPr/>
            </p:nvGrpSpPr>
            <p:grpSpPr>
              <a:xfrm>
                <a:off x="5862136" y="2818397"/>
                <a:ext cx="1195890" cy="502075"/>
                <a:chOff x="5966910" y="2970798"/>
                <a:chExt cx="909889" cy="382002"/>
              </a:xfrm>
            </p:grpSpPr>
            <p:sp>
              <p:nvSpPr>
                <p:cNvPr id="186" name="Trapezoid 185">
                  <a:extLst>
                    <a:ext uri="{FF2B5EF4-FFF2-40B4-BE49-F238E27FC236}">
                      <a16:creationId xmlns:a16="http://schemas.microsoft.com/office/drawing/2014/main" id="{0C3154C3-88BB-8893-CC48-C624B0E251F3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" name="Trapezoid 186">
                  <a:extLst>
                    <a:ext uri="{FF2B5EF4-FFF2-40B4-BE49-F238E27FC236}">
                      <a16:creationId xmlns:a16="http://schemas.microsoft.com/office/drawing/2014/main" id="{D3C3A2C0-3D00-019A-2489-F90E84B04B80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" name="Trapezoid 187">
                  <a:extLst>
                    <a:ext uri="{FF2B5EF4-FFF2-40B4-BE49-F238E27FC236}">
                      <a16:creationId xmlns:a16="http://schemas.microsoft.com/office/drawing/2014/main" id="{ACCFE9F5-4DE9-4D4A-D97E-5B86073FC9CD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0" name="Group 179">
                <a:extLst>
                  <a:ext uri="{FF2B5EF4-FFF2-40B4-BE49-F238E27FC236}">
                    <a16:creationId xmlns:a16="http://schemas.microsoft.com/office/drawing/2014/main" id="{203FF604-4F47-A6F6-F387-D6871F2E9BFD}"/>
                  </a:ext>
                </a:extLst>
              </p:cNvPr>
              <p:cNvGrpSpPr/>
              <p:nvPr/>
            </p:nvGrpSpPr>
            <p:grpSpPr>
              <a:xfrm rot="10800000">
                <a:off x="5862510" y="6769775"/>
                <a:ext cx="1195890" cy="502075"/>
                <a:chOff x="5966910" y="2970798"/>
                <a:chExt cx="909889" cy="382002"/>
              </a:xfrm>
            </p:grpSpPr>
            <p:sp>
              <p:nvSpPr>
                <p:cNvPr id="183" name="Trapezoid 182">
                  <a:extLst>
                    <a:ext uri="{FF2B5EF4-FFF2-40B4-BE49-F238E27FC236}">
                      <a16:creationId xmlns:a16="http://schemas.microsoft.com/office/drawing/2014/main" id="{2EF669AC-B0DA-F989-7057-8ABAA3D6CAB0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" name="Trapezoid 183">
                  <a:extLst>
                    <a:ext uri="{FF2B5EF4-FFF2-40B4-BE49-F238E27FC236}">
                      <a16:creationId xmlns:a16="http://schemas.microsoft.com/office/drawing/2014/main" id="{B93B8CEA-93E5-4136-B0B9-4E35405E7B0A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" name="Trapezoid 184">
                  <a:extLst>
                    <a:ext uri="{FF2B5EF4-FFF2-40B4-BE49-F238E27FC236}">
                      <a16:creationId xmlns:a16="http://schemas.microsoft.com/office/drawing/2014/main" id="{A3069845-770C-BA34-06B1-CBA235B7F504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26F2AA14-C6DE-4C7B-7F04-2B542BE08F92}"/>
                  </a:ext>
                </a:extLst>
              </p:cNvPr>
              <p:cNvSpPr/>
              <p:nvPr/>
            </p:nvSpPr>
            <p:spPr>
              <a:xfrm>
                <a:off x="5729923" y="4712607"/>
                <a:ext cx="264426" cy="26442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Trapezoid 181">
                <a:extLst>
                  <a:ext uri="{FF2B5EF4-FFF2-40B4-BE49-F238E27FC236}">
                    <a16:creationId xmlns:a16="http://schemas.microsoft.com/office/drawing/2014/main" id="{EE627718-3EFD-3EB0-44C7-39B1B9FEC3E7}"/>
                  </a:ext>
                </a:extLst>
              </p:cNvPr>
              <p:cNvSpPr/>
              <p:nvPr/>
            </p:nvSpPr>
            <p:spPr>
              <a:xfrm rot="5400000">
                <a:off x="5704847" y="5128569"/>
                <a:ext cx="314578" cy="68790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E39D9FFE-B65A-E682-DB47-B2C00731A141}"/>
                </a:ext>
              </a:extLst>
            </p:cNvPr>
            <p:cNvGrpSpPr/>
            <p:nvPr/>
          </p:nvGrpSpPr>
          <p:grpSpPr>
            <a:xfrm>
              <a:off x="152400" y="4919081"/>
              <a:ext cx="2511707" cy="7543071"/>
              <a:chOff x="5510462" y="2237874"/>
              <a:chExt cx="1899987" cy="5705976"/>
            </a:xfrm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03CE340A-6F33-CC1F-E94C-609EDCF47652}"/>
                  </a:ext>
                </a:extLst>
              </p:cNvPr>
              <p:cNvSpPr/>
              <p:nvPr/>
            </p:nvSpPr>
            <p:spPr>
              <a:xfrm>
                <a:off x="5510462" y="2237874"/>
                <a:ext cx="1899987" cy="5705976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1" name="Group 190">
                <a:extLst>
                  <a:ext uri="{FF2B5EF4-FFF2-40B4-BE49-F238E27FC236}">
                    <a16:creationId xmlns:a16="http://schemas.microsoft.com/office/drawing/2014/main" id="{BD74036A-1DAA-A455-7E94-6FFF6C4BD6EC}"/>
                  </a:ext>
                </a:extLst>
              </p:cNvPr>
              <p:cNvGrpSpPr/>
              <p:nvPr/>
            </p:nvGrpSpPr>
            <p:grpSpPr>
              <a:xfrm>
                <a:off x="5862136" y="2818397"/>
                <a:ext cx="1195890" cy="502075"/>
                <a:chOff x="5966910" y="2970798"/>
                <a:chExt cx="909889" cy="382002"/>
              </a:xfrm>
            </p:grpSpPr>
            <p:sp>
              <p:nvSpPr>
                <p:cNvPr id="198" name="Trapezoid 197">
                  <a:extLst>
                    <a:ext uri="{FF2B5EF4-FFF2-40B4-BE49-F238E27FC236}">
                      <a16:creationId xmlns:a16="http://schemas.microsoft.com/office/drawing/2014/main" id="{FA81CDE1-650B-2AFD-43E5-D4B865383899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" name="Trapezoid 198">
                  <a:extLst>
                    <a:ext uri="{FF2B5EF4-FFF2-40B4-BE49-F238E27FC236}">
                      <a16:creationId xmlns:a16="http://schemas.microsoft.com/office/drawing/2014/main" id="{B354C631-5C87-21C1-E4EF-C426717BA521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" name="Trapezoid 199">
                  <a:extLst>
                    <a:ext uri="{FF2B5EF4-FFF2-40B4-BE49-F238E27FC236}">
                      <a16:creationId xmlns:a16="http://schemas.microsoft.com/office/drawing/2014/main" id="{52B6A33D-BBCD-EBB1-98F4-9BB347E37491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2" name="Group 191">
                <a:extLst>
                  <a:ext uri="{FF2B5EF4-FFF2-40B4-BE49-F238E27FC236}">
                    <a16:creationId xmlns:a16="http://schemas.microsoft.com/office/drawing/2014/main" id="{CFD24D43-F2B3-409B-6711-631A143A4930}"/>
                  </a:ext>
                </a:extLst>
              </p:cNvPr>
              <p:cNvGrpSpPr/>
              <p:nvPr/>
            </p:nvGrpSpPr>
            <p:grpSpPr>
              <a:xfrm rot="10800000">
                <a:off x="5862510" y="6769775"/>
                <a:ext cx="1195890" cy="502075"/>
                <a:chOff x="5966910" y="2970798"/>
                <a:chExt cx="909889" cy="382002"/>
              </a:xfrm>
            </p:grpSpPr>
            <p:sp>
              <p:nvSpPr>
                <p:cNvPr id="195" name="Trapezoid 194">
                  <a:extLst>
                    <a:ext uri="{FF2B5EF4-FFF2-40B4-BE49-F238E27FC236}">
                      <a16:creationId xmlns:a16="http://schemas.microsoft.com/office/drawing/2014/main" id="{A1ED910F-F00E-AA3A-A2B5-88B0BB17CD9C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" name="Trapezoid 195">
                  <a:extLst>
                    <a:ext uri="{FF2B5EF4-FFF2-40B4-BE49-F238E27FC236}">
                      <a16:creationId xmlns:a16="http://schemas.microsoft.com/office/drawing/2014/main" id="{28ADA7AC-B1D3-A3D5-792D-944BB069DBD4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" name="Trapezoid 196">
                  <a:extLst>
                    <a:ext uri="{FF2B5EF4-FFF2-40B4-BE49-F238E27FC236}">
                      <a16:creationId xmlns:a16="http://schemas.microsoft.com/office/drawing/2014/main" id="{6551DBAE-03F8-9600-550F-93305C45AB88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97633249-F2DE-F80B-C4AF-EA0A5C56355E}"/>
                  </a:ext>
                </a:extLst>
              </p:cNvPr>
              <p:cNvSpPr/>
              <p:nvPr/>
            </p:nvSpPr>
            <p:spPr>
              <a:xfrm>
                <a:off x="5729923" y="4712607"/>
                <a:ext cx="264426" cy="264426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Trapezoid 193">
                <a:extLst>
                  <a:ext uri="{FF2B5EF4-FFF2-40B4-BE49-F238E27FC236}">
                    <a16:creationId xmlns:a16="http://schemas.microsoft.com/office/drawing/2014/main" id="{549AE822-DDB9-E55C-6E8A-B0975701DF19}"/>
                  </a:ext>
                </a:extLst>
              </p:cNvPr>
              <p:cNvSpPr/>
              <p:nvPr/>
            </p:nvSpPr>
            <p:spPr>
              <a:xfrm rot="5400000">
                <a:off x="5704847" y="5128569"/>
                <a:ext cx="314578" cy="68790"/>
              </a:xfrm>
              <a:prstGeom prst="trapezoid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5181FF82-30B9-2E99-5DA4-C8292F76AC16}"/>
                </a:ext>
              </a:extLst>
            </p:cNvPr>
            <p:cNvGrpSpPr/>
            <p:nvPr/>
          </p:nvGrpSpPr>
          <p:grpSpPr>
            <a:xfrm>
              <a:off x="5229807" y="3844185"/>
              <a:ext cx="1899987" cy="5705976"/>
              <a:chOff x="5510462" y="2237874"/>
              <a:chExt cx="1899987" cy="5705976"/>
            </a:xfrm>
          </p:grpSpPr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A0ABCED7-06FA-8B7B-D626-FE2A6FD030DE}"/>
                  </a:ext>
                </a:extLst>
              </p:cNvPr>
              <p:cNvSpPr/>
              <p:nvPr/>
            </p:nvSpPr>
            <p:spPr>
              <a:xfrm>
                <a:off x="5510462" y="2237874"/>
                <a:ext cx="1899987" cy="5705976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3" name="Group 202">
                <a:extLst>
                  <a:ext uri="{FF2B5EF4-FFF2-40B4-BE49-F238E27FC236}">
                    <a16:creationId xmlns:a16="http://schemas.microsoft.com/office/drawing/2014/main" id="{E6CBD217-D8E8-F977-32EB-7DC2D28792E0}"/>
                  </a:ext>
                </a:extLst>
              </p:cNvPr>
              <p:cNvGrpSpPr/>
              <p:nvPr/>
            </p:nvGrpSpPr>
            <p:grpSpPr>
              <a:xfrm>
                <a:off x="5862136" y="2818397"/>
                <a:ext cx="1195890" cy="502075"/>
                <a:chOff x="5966910" y="2970798"/>
                <a:chExt cx="909889" cy="382002"/>
              </a:xfrm>
            </p:grpSpPr>
            <p:sp>
              <p:nvSpPr>
                <p:cNvPr id="210" name="Trapezoid 209">
                  <a:extLst>
                    <a:ext uri="{FF2B5EF4-FFF2-40B4-BE49-F238E27FC236}">
                      <a16:creationId xmlns:a16="http://schemas.microsoft.com/office/drawing/2014/main" id="{25D2DB2B-4742-E0C5-BAC3-9ADF91A49375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" name="Trapezoid 210">
                  <a:extLst>
                    <a:ext uri="{FF2B5EF4-FFF2-40B4-BE49-F238E27FC236}">
                      <a16:creationId xmlns:a16="http://schemas.microsoft.com/office/drawing/2014/main" id="{180491D2-A26A-791C-3147-4960D5CFB74F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" name="Trapezoid 211">
                  <a:extLst>
                    <a:ext uri="{FF2B5EF4-FFF2-40B4-BE49-F238E27FC236}">
                      <a16:creationId xmlns:a16="http://schemas.microsoft.com/office/drawing/2014/main" id="{363403BB-BCA0-2B64-369F-C57ACE70A818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4" name="Group 203">
                <a:extLst>
                  <a:ext uri="{FF2B5EF4-FFF2-40B4-BE49-F238E27FC236}">
                    <a16:creationId xmlns:a16="http://schemas.microsoft.com/office/drawing/2014/main" id="{E9D17AE9-DFF5-5593-EB2E-9B6D97794FA7}"/>
                  </a:ext>
                </a:extLst>
              </p:cNvPr>
              <p:cNvGrpSpPr/>
              <p:nvPr/>
            </p:nvGrpSpPr>
            <p:grpSpPr>
              <a:xfrm rot="10800000">
                <a:off x="5862510" y="6769775"/>
                <a:ext cx="1195890" cy="502075"/>
                <a:chOff x="5966910" y="2970798"/>
                <a:chExt cx="909889" cy="382002"/>
              </a:xfrm>
            </p:grpSpPr>
            <p:sp>
              <p:nvSpPr>
                <p:cNvPr id="207" name="Trapezoid 206">
                  <a:extLst>
                    <a:ext uri="{FF2B5EF4-FFF2-40B4-BE49-F238E27FC236}">
                      <a16:creationId xmlns:a16="http://schemas.microsoft.com/office/drawing/2014/main" id="{8BEC65D7-2061-F009-16A2-4EAE573A585B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" name="Trapezoid 207">
                  <a:extLst>
                    <a:ext uri="{FF2B5EF4-FFF2-40B4-BE49-F238E27FC236}">
                      <a16:creationId xmlns:a16="http://schemas.microsoft.com/office/drawing/2014/main" id="{2DACA6A2-08E7-3853-C31E-99138B0616A3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" name="Trapezoid 208">
                  <a:extLst>
                    <a:ext uri="{FF2B5EF4-FFF2-40B4-BE49-F238E27FC236}">
                      <a16:creationId xmlns:a16="http://schemas.microsoft.com/office/drawing/2014/main" id="{4A309031-F2D5-5165-8ED1-3E55A7F8ED3E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23012D98-5CB7-A89B-5D24-5629447ABAFD}"/>
                  </a:ext>
                </a:extLst>
              </p:cNvPr>
              <p:cNvSpPr/>
              <p:nvPr/>
            </p:nvSpPr>
            <p:spPr>
              <a:xfrm>
                <a:off x="5729923" y="4712607"/>
                <a:ext cx="264426" cy="26442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Trapezoid 205">
                <a:extLst>
                  <a:ext uri="{FF2B5EF4-FFF2-40B4-BE49-F238E27FC236}">
                    <a16:creationId xmlns:a16="http://schemas.microsoft.com/office/drawing/2014/main" id="{C9488BD5-C979-F2CC-B21E-D5E6ED2DC3FB}"/>
                  </a:ext>
                </a:extLst>
              </p:cNvPr>
              <p:cNvSpPr/>
              <p:nvPr/>
            </p:nvSpPr>
            <p:spPr>
              <a:xfrm rot="5400000">
                <a:off x="5704847" y="5128569"/>
                <a:ext cx="314578" cy="68790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2A2196AE-1061-0134-ECA6-F613113E43D4}"/>
                </a:ext>
              </a:extLst>
            </p:cNvPr>
            <p:cNvGrpSpPr/>
            <p:nvPr/>
          </p:nvGrpSpPr>
          <p:grpSpPr>
            <a:xfrm>
              <a:off x="7149909" y="3844185"/>
              <a:ext cx="1899987" cy="5705976"/>
              <a:chOff x="5510462" y="2237874"/>
              <a:chExt cx="1899987" cy="5705976"/>
            </a:xfrm>
          </p:grpSpPr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E97A93B5-84C2-82C2-29D3-88A680B40E67}"/>
                  </a:ext>
                </a:extLst>
              </p:cNvPr>
              <p:cNvSpPr/>
              <p:nvPr/>
            </p:nvSpPr>
            <p:spPr>
              <a:xfrm>
                <a:off x="5510462" y="2237874"/>
                <a:ext cx="1899987" cy="5705976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5" name="Group 214">
                <a:extLst>
                  <a:ext uri="{FF2B5EF4-FFF2-40B4-BE49-F238E27FC236}">
                    <a16:creationId xmlns:a16="http://schemas.microsoft.com/office/drawing/2014/main" id="{12E63B57-9D3B-8205-17D3-05F8278A9473}"/>
                  </a:ext>
                </a:extLst>
              </p:cNvPr>
              <p:cNvGrpSpPr/>
              <p:nvPr/>
            </p:nvGrpSpPr>
            <p:grpSpPr>
              <a:xfrm>
                <a:off x="5862136" y="2818397"/>
                <a:ext cx="1195890" cy="502075"/>
                <a:chOff x="5966910" y="2970798"/>
                <a:chExt cx="909889" cy="382002"/>
              </a:xfrm>
            </p:grpSpPr>
            <p:sp>
              <p:nvSpPr>
                <p:cNvPr id="222" name="Trapezoid 221">
                  <a:extLst>
                    <a:ext uri="{FF2B5EF4-FFF2-40B4-BE49-F238E27FC236}">
                      <a16:creationId xmlns:a16="http://schemas.microsoft.com/office/drawing/2014/main" id="{7FC1FA8C-4A30-EA89-1793-E511A4F5A6BE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" name="Trapezoid 222">
                  <a:extLst>
                    <a:ext uri="{FF2B5EF4-FFF2-40B4-BE49-F238E27FC236}">
                      <a16:creationId xmlns:a16="http://schemas.microsoft.com/office/drawing/2014/main" id="{028C3BCB-6FDA-57CC-B0F4-3BB5066A2570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4" name="Trapezoid 223">
                  <a:extLst>
                    <a:ext uri="{FF2B5EF4-FFF2-40B4-BE49-F238E27FC236}">
                      <a16:creationId xmlns:a16="http://schemas.microsoft.com/office/drawing/2014/main" id="{A0922905-4BCA-901B-146C-54731D32FA3F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50937699-A6EE-8E7E-8996-4F0F3EBD04D5}"/>
                  </a:ext>
                </a:extLst>
              </p:cNvPr>
              <p:cNvGrpSpPr/>
              <p:nvPr/>
            </p:nvGrpSpPr>
            <p:grpSpPr>
              <a:xfrm rot="10800000">
                <a:off x="5862510" y="6769775"/>
                <a:ext cx="1195890" cy="502075"/>
                <a:chOff x="5966910" y="2970798"/>
                <a:chExt cx="909889" cy="382002"/>
              </a:xfrm>
            </p:grpSpPr>
            <p:sp>
              <p:nvSpPr>
                <p:cNvPr id="219" name="Trapezoid 218">
                  <a:extLst>
                    <a:ext uri="{FF2B5EF4-FFF2-40B4-BE49-F238E27FC236}">
                      <a16:creationId xmlns:a16="http://schemas.microsoft.com/office/drawing/2014/main" id="{F42131E5-716D-7369-4A63-D9EBADFD8A57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" name="Trapezoid 219">
                  <a:extLst>
                    <a:ext uri="{FF2B5EF4-FFF2-40B4-BE49-F238E27FC236}">
                      <a16:creationId xmlns:a16="http://schemas.microsoft.com/office/drawing/2014/main" id="{A0DFEA21-9EA3-1ED1-D681-BC1A892763CC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" name="Trapezoid 220">
                  <a:extLst>
                    <a:ext uri="{FF2B5EF4-FFF2-40B4-BE49-F238E27FC236}">
                      <a16:creationId xmlns:a16="http://schemas.microsoft.com/office/drawing/2014/main" id="{8436DB17-380D-4C24-CC58-C818AE141E55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CE15959B-DC5F-4282-03F5-F689B4332547}"/>
                  </a:ext>
                </a:extLst>
              </p:cNvPr>
              <p:cNvSpPr/>
              <p:nvPr/>
            </p:nvSpPr>
            <p:spPr>
              <a:xfrm>
                <a:off x="5729923" y="4712607"/>
                <a:ext cx="264426" cy="26442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Trapezoid 217">
                <a:extLst>
                  <a:ext uri="{FF2B5EF4-FFF2-40B4-BE49-F238E27FC236}">
                    <a16:creationId xmlns:a16="http://schemas.microsoft.com/office/drawing/2014/main" id="{94E9D09F-B41E-C356-49E9-F7D1A19C74AB}"/>
                  </a:ext>
                </a:extLst>
              </p:cNvPr>
              <p:cNvSpPr/>
              <p:nvPr/>
            </p:nvSpPr>
            <p:spPr>
              <a:xfrm rot="5400000">
                <a:off x="5704847" y="5128569"/>
                <a:ext cx="314578" cy="68790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E9D5493E-F99F-0DA5-9669-A386EC1FF29E}"/>
                </a:ext>
              </a:extLst>
            </p:cNvPr>
            <p:cNvGrpSpPr/>
            <p:nvPr/>
          </p:nvGrpSpPr>
          <p:grpSpPr>
            <a:xfrm>
              <a:off x="9063661" y="3835300"/>
              <a:ext cx="1899987" cy="5705976"/>
              <a:chOff x="5510462" y="2237874"/>
              <a:chExt cx="1899987" cy="5705976"/>
            </a:xfrm>
          </p:grpSpPr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DFD10664-6DE6-603A-A4FB-FCBD9A7DFB63}"/>
                  </a:ext>
                </a:extLst>
              </p:cNvPr>
              <p:cNvSpPr/>
              <p:nvPr/>
            </p:nvSpPr>
            <p:spPr>
              <a:xfrm>
                <a:off x="5510462" y="2237874"/>
                <a:ext cx="1899987" cy="5705976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27" name="Group 226">
                <a:extLst>
                  <a:ext uri="{FF2B5EF4-FFF2-40B4-BE49-F238E27FC236}">
                    <a16:creationId xmlns:a16="http://schemas.microsoft.com/office/drawing/2014/main" id="{B81D30E7-2B8C-DF77-7E97-1FBEA1A9EA0C}"/>
                  </a:ext>
                </a:extLst>
              </p:cNvPr>
              <p:cNvGrpSpPr/>
              <p:nvPr/>
            </p:nvGrpSpPr>
            <p:grpSpPr>
              <a:xfrm>
                <a:off x="5862136" y="2818397"/>
                <a:ext cx="1195890" cy="502075"/>
                <a:chOff x="5966910" y="2970798"/>
                <a:chExt cx="909889" cy="382002"/>
              </a:xfrm>
            </p:grpSpPr>
            <p:sp>
              <p:nvSpPr>
                <p:cNvPr id="234" name="Trapezoid 233">
                  <a:extLst>
                    <a:ext uri="{FF2B5EF4-FFF2-40B4-BE49-F238E27FC236}">
                      <a16:creationId xmlns:a16="http://schemas.microsoft.com/office/drawing/2014/main" id="{4228D60F-D703-7BFD-3729-CEB1EE9B4D31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5" name="Trapezoid 234">
                  <a:extLst>
                    <a:ext uri="{FF2B5EF4-FFF2-40B4-BE49-F238E27FC236}">
                      <a16:creationId xmlns:a16="http://schemas.microsoft.com/office/drawing/2014/main" id="{8CD59BED-6E8A-8261-95C0-03961EDFA600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6" name="Trapezoid 235">
                  <a:extLst>
                    <a:ext uri="{FF2B5EF4-FFF2-40B4-BE49-F238E27FC236}">
                      <a16:creationId xmlns:a16="http://schemas.microsoft.com/office/drawing/2014/main" id="{ADE22898-7B06-27E8-A54F-8F9E7878A906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28" name="Group 227">
                <a:extLst>
                  <a:ext uri="{FF2B5EF4-FFF2-40B4-BE49-F238E27FC236}">
                    <a16:creationId xmlns:a16="http://schemas.microsoft.com/office/drawing/2014/main" id="{E674597B-3928-1BB9-178D-3812B6038337}"/>
                  </a:ext>
                </a:extLst>
              </p:cNvPr>
              <p:cNvGrpSpPr/>
              <p:nvPr/>
            </p:nvGrpSpPr>
            <p:grpSpPr>
              <a:xfrm rot="10800000">
                <a:off x="5862510" y="6769775"/>
                <a:ext cx="1195890" cy="502075"/>
                <a:chOff x="5966910" y="2970798"/>
                <a:chExt cx="909889" cy="382002"/>
              </a:xfrm>
            </p:grpSpPr>
            <p:sp>
              <p:nvSpPr>
                <p:cNvPr id="231" name="Trapezoid 230">
                  <a:extLst>
                    <a:ext uri="{FF2B5EF4-FFF2-40B4-BE49-F238E27FC236}">
                      <a16:creationId xmlns:a16="http://schemas.microsoft.com/office/drawing/2014/main" id="{C713AF4C-C5DA-670F-FF08-2305183F30A1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2" name="Trapezoid 231">
                  <a:extLst>
                    <a:ext uri="{FF2B5EF4-FFF2-40B4-BE49-F238E27FC236}">
                      <a16:creationId xmlns:a16="http://schemas.microsoft.com/office/drawing/2014/main" id="{BEDCD585-3FD6-819F-2B31-6A021259ECC8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3" name="Trapezoid 232">
                  <a:extLst>
                    <a:ext uri="{FF2B5EF4-FFF2-40B4-BE49-F238E27FC236}">
                      <a16:creationId xmlns:a16="http://schemas.microsoft.com/office/drawing/2014/main" id="{2E9FDF44-0DDB-7180-94B5-5DEAB7D44C8A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6401BB0A-F26E-2F00-E6F1-2CAB8F0D154B}"/>
                  </a:ext>
                </a:extLst>
              </p:cNvPr>
              <p:cNvSpPr/>
              <p:nvPr/>
            </p:nvSpPr>
            <p:spPr>
              <a:xfrm>
                <a:off x="5729923" y="4712607"/>
                <a:ext cx="264426" cy="26442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" name="Trapezoid 229">
                <a:extLst>
                  <a:ext uri="{FF2B5EF4-FFF2-40B4-BE49-F238E27FC236}">
                    <a16:creationId xmlns:a16="http://schemas.microsoft.com/office/drawing/2014/main" id="{BACF1D73-0AB4-E134-98EC-0C0A20CFBDBD}"/>
                  </a:ext>
                </a:extLst>
              </p:cNvPr>
              <p:cNvSpPr/>
              <p:nvPr/>
            </p:nvSpPr>
            <p:spPr>
              <a:xfrm rot="5400000">
                <a:off x="5704847" y="5128569"/>
                <a:ext cx="314578" cy="68790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0B2FB470-0D1A-529A-A0C0-AB471A390CB6}"/>
                </a:ext>
              </a:extLst>
            </p:cNvPr>
            <p:cNvGrpSpPr/>
            <p:nvPr/>
          </p:nvGrpSpPr>
          <p:grpSpPr>
            <a:xfrm>
              <a:off x="10991178" y="3838556"/>
              <a:ext cx="1899987" cy="5705976"/>
              <a:chOff x="5510462" y="2237874"/>
              <a:chExt cx="1899987" cy="5705976"/>
            </a:xfrm>
          </p:grpSpPr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AA379DDF-24EC-1D9A-327D-3F4619D83669}"/>
                  </a:ext>
                </a:extLst>
              </p:cNvPr>
              <p:cNvSpPr/>
              <p:nvPr/>
            </p:nvSpPr>
            <p:spPr>
              <a:xfrm>
                <a:off x="5510462" y="2237874"/>
                <a:ext cx="1899987" cy="5705976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39" name="Group 238">
                <a:extLst>
                  <a:ext uri="{FF2B5EF4-FFF2-40B4-BE49-F238E27FC236}">
                    <a16:creationId xmlns:a16="http://schemas.microsoft.com/office/drawing/2014/main" id="{D90E2C27-303C-EE74-BA40-8D9E63A0FE31}"/>
                  </a:ext>
                </a:extLst>
              </p:cNvPr>
              <p:cNvGrpSpPr/>
              <p:nvPr/>
            </p:nvGrpSpPr>
            <p:grpSpPr>
              <a:xfrm>
                <a:off x="5862136" y="2818397"/>
                <a:ext cx="1195890" cy="502075"/>
                <a:chOff x="5966910" y="2970798"/>
                <a:chExt cx="909889" cy="382002"/>
              </a:xfrm>
            </p:grpSpPr>
            <p:sp>
              <p:nvSpPr>
                <p:cNvPr id="246" name="Trapezoid 245">
                  <a:extLst>
                    <a:ext uri="{FF2B5EF4-FFF2-40B4-BE49-F238E27FC236}">
                      <a16:creationId xmlns:a16="http://schemas.microsoft.com/office/drawing/2014/main" id="{4129FD19-F617-4AB6-89D7-C20D029333FE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7" name="Trapezoid 246">
                  <a:extLst>
                    <a:ext uri="{FF2B5EF4-FFF2-40B4-BE49-F238E27FC236}">
                      <a16:creationId xmlns:a16="http://schemas.microsoft.com/office/drawing/2014/main" id="{97705F43-3E13-85EB-1081-C5469B4D3E96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8" name="Trapezoid 247">
                  <a:extLst>
                    <a:ext uri="{FF2B5EF4-FFF2-40B4-BE49-F238E27FC236}">
                      <a16:creationId xmlns:a16="http://schemas.microsoft.com/office/drawing/2014/main" id="{C0E7CE6F-B2D6-B24C-5272-69405829C0F4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40" name="Group 239">
                <a:extLst>
                  <a:ext uri="{FF2B5EF4-FFF2-40B4-BE49-F238E27FC236}">
                    <a16:creationId xmlns:a16="http://schemas.microsoft.com/office/drawing/2014/main" id="{586ED94B-0B20-ED46-46ED-593968A0D792}"/>
                  </a:ext>
                </a:extLst>
              </p:cNvPr>
              <p:cNvGrpSpPr/>
              <p:nvPr/>
            </p:nvGrpSpPr>
            <p:grpSpPr>
              <a:xfrm rot="10800000">
                <a:off x="5862510" y="6769775"/>
                <a:ext cx="1195890" cy="502075"/>
                <a:chOff x="5966910" y="2970798"/>
                <a:chExt cx="909889" cy="382002"/>
              </a:xfrm>
            </p:grpSpPr>
            <p:sp>
              <p:nvSpPr>
                <p:cNvPr id="243" name="Trapezoid 242">
                  <a:extLst>
                    <a:ext uri="{FF2B5EF4-FFF2-40B4-BE49-F238E27FC236}">
                      <a16:creationId xmlns:a16="http://schemas.microsoft.com/office/drawing/2014/main" id="{CF5BA435-36A6-FF2D-8B69-5AB0BB168EC1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4" name="Trapezoid 243">
                  <a:extLst>
                    <a:ext uri="{FF2B5EF4-FFF2-40B4-BE49-F238E27FC236}">
                      <a16:creationId xmlns:a16="http://schemas.microsoft.com/office/drawing/2014/main" id="{0BD8FC62-6657-5BC9-63DF-1D763FD199FC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5" name="Trapezoid 244">
                  <a:extLst>
                    <a:ext uri="{FF2B5EF4-FFF2-40B4-BE49-F238E27FC236}">
                      <a16:creationId xmlns:a16="http://schemas.microsoft.com/office/drawing/2014/main" id="{F6F64CB6-2916-D96D-BF33-992B77F7E9E7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41" name="Oval 240">
                <a:extLst>
                  <a:ext uri="{FF2B5EF4-FFF2-40B4-BE49-F238E27FC236}">
                    <a16:creationId xmlns:a16="http://schemas.microsoft.com/office/drawing/2014/main" id="{F7652EB3-CBFD-B31F-8765-1132442FAABA}"/>
                  </a:ext>
                </a:extLst>
              </p:cNvPr>
              <p:cNvSpPr/>
              <p:nvPr/>
            </p:nvSpPr>
            <p:spPr>
              <a:xfrm>
                <a:off x="5729923" y="4712607"/>
                <a:ext cx="264426" cy="26442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" name="Trapezoid 241">
                <a:extLst>
                  <a:ext uri="{FF2B5EF4-FFF2-40B4-BE49-F238E27FC236}">
                    <a16:creationId xmlns:a16="http://schemas.microsoft.com/office/drawing/2014/main" id="{97BF33D9-766F-32BA-1486-66879FABDBA8}"/>
                  </a:ext>
                </a:extLst>
              </p:cNvPr>
              <p:cNvSpPr/>
              <p:nvPr/>
            </p:nvSpPr>
            <p:spPr>
              <a:xfrm rot="5400000">
                <a:off x="5704847" y="5128569"/>
                <a:ext cx="314578" cy="68790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Group 248">
              <a:extLst>
                <a:ext uri="{FF2B5EF4-FFF2-40B4-BE49-F238E27FC236}">
                  <a16:creationId xmlns:a16="http://schemas.microsoft.com/office/drawing/2014/main" id="{1A49AB39-B04D-8EFC-4830-13F28514161C}"/>
                </a:ext>
              </a:extLst>
            </p:cNvPr>
            <p:cNvGrpSpPr/>
            <p:nvPr/>
          </p:nvGrpSpPr>
          <p:grpSpPr>
            <a:xfrm>
              <a:off x="12904930" y="3820122"/>
              <a:ext cx="1899987" cy="5705976"/>
              <a:chOff x="5510462" y="2237874"/>
              <a:chExt cx="1899987" cy="5705976"/>
            </a:xfrm>
          </p:grpSpPr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FD4FF57A-F9BA-586F-0D8C-51DC3AE9DD59}"/>
                  </a:ext>
                </a:extLst>
              </p:cNvPr>
              <p:cNvSpPr/>
              <p:nvPr/>
            </p:nvSpPr>
            <p:spPr>
              <a:xfrm>
                <a:off x="5510462" y="2237874"/>
                <a:ext cx="1899987" cy="5705976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51" name="Group 250">
                <a:extLst>
                  <a:ext uri="{FF2B5EF4-FFF2-40B4-BE49-F238E27FC236}">
                    <a16:creationId xmlns:a16="http://schemas.microsoft.com/office/drawing/2014/main" id="{01C9FB5D-0214-5F14-559D-5D6ADFA63D4D}"/>
                  </a:ext>
                </a:extLst>
              </p:cNvPr>
              <p:cNvGrpSpPr/>
              <p:nvPr/>
            </p:nvGrpSpPr>
            <p:grpSpPr>
              <a:xfrm>
                <a:off x="5862136" y="2818397"/>
                <a:ext cx="1195890" cy="502075"/>
                <a:chOff x="5966910" y="2970798"/>
                <a:chExt cx="909889" cy="382002"/>
              </a:xfrm>
            </p:grpSpPr>
            <p:sp>
              <p:nvSpPr>
                <p:cNvPr id="258" name="Trapezoid 257">
                  <a:extLst>
                    <a:ext uri="{FF2B5EF4-FFF2-40B4-BE49-F238E27FC236}">
                      <a16:creationId xmlns:a16="http://schemas.microsoft.com/office/drawing/2014/main" id="{EF87AA38-FF0D-52DF-A15C-2CCBEFDD55C2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9" name="Trapezoid 258">
                  <a:extLst>
                    <a:ext uri="{FF2B5EF4-FFF2-40B4-BE49-F238E27FC236}">
                      <a16:creationId xmlns:a16="http://schemas.microsoft.com/office/drawing/2014/main" id="{C8EC0F93-C147-28CB-EB25-AA16D14DED79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0" name="Trapezoid 259">
                  <a:extLst>
                    <a:ext uri="{FF2B5EF4-FFF2-40B4-BE49-F238E27FC236}">
                      <a16:creationId xmlns:a16="http://schemas.microsoft.com/office/drawing/2014/main" id="{667CE44C-DADC-BAC1-3218-D11D3E3BF861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52" name="Group 251">
                <a:extLst>
                  <a:ext uri="{FF2B5EF4-FFF2-40B4-BE49-F238E27FC236}">
                    <a16:creationId xmlns:a16="http://schemas.microsoft.com/office/drawing/2014/main" id="{47311A80-4C3B-D127-45B3-392DB5B0C071}"/>
                  </a:ext>
                </a:extLst>
              </p:cNvPr>
              <p:cNvGrpSpPr/>
              <p:nvPr/>
            </p:nvGrpSpPr>
            <p:grpSpPr>
              <a:xfrm rot="10800000">
                <a:off x="5862510" y="6769775"/>
                <a:ext cx="1195890" cy="502075"/>
                <a:chOff x="5966910" y="2970798"/>
                <a:chExt cx="909889" cy="382002"/>
              </a:xfrm>
            </p:grpSpPr>
            <p:sp>
              <p:nvSpPr>
                <p:cNvPr id="255" name="Trapezoid 254">
                  <a:extLst>
                    <a:ext uri="{FF2B5EF4-FFF2-40B4-BE49-F238E27FC236}">
                      <a16:creationId xmlns:a16="http://schemas.microsoft.com/office/drawing/2014/main" id="{DC78DF77-B6B8-4CD5-7A47-3CD4050EB479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6" name="Trapezoid 255">
                  <a:extLst>
                    <a:ext uri="{FF2B5EF4-FFF2-40B4-BE49-F238E27FC236}">
                      <a16:creationId xmlns:a16="http://schemas.microsoft.com/office/drawing/2014/main" id="{A80C5AC9-B31F-80A6-8446-894849412F6B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7" name="Trapezoid 256">
                  <a:extLst>
                    <a:ext uri="{FF2B5EF4-FFF2-40B4-BE49-F238E27FC236}">
                      <a16:creationId xmlns:a16="http://schemas.microsoft.com/office/drawing/2014/main" id="{1FC6ACFB-FB42-B919-2414-D28AC2567DF7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63D214E1-C204-9DE2-4E5C-1562E286C89D}"/>
                  </a:ext>
                </a:extLst>
              </p:cNvPr>
              <p:cNvSpPr/>
              <p:nvPr/>
            </p:nvSpPr>
            <p:spPr>
              <a:xfrm>
                <a:off x="5729923" y="4712607"/>
                <a:ext cx="264426" cy="26442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" name="Trapezoid 253">
                <a:extLst>
                  <a:ext uri="{FF2B5EF4-FFF2-40B4-BE49-F238E27FC236}">
                    <a16:creationId xmlns:a16="http://schemas.microsoft.com/office/drawing/2014/main" id="{72EE538D-6C75-F63D-5933-85DF3B416CF8}"/>
                  </a:ext>
                </a:extLst>
              </p:cNvPr>
              <p:cNvSpPr/>
              <p:nvPr/>
            </p:nvSpPr>
            <p:spPr>
              <a:xfrm rot="5400000">
                <a:off x="5704847" y="5128569"/>
                <a:ext cx="314578" cy="68790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48349628-B428-F72B-B583-92B086D6A38E}"/>
                </a:ext>
              </a:extLst>
            </p:cNvPr>
            <p:cNvGrpSpPr/>
            <p:nvPr/>
          </p:nvGrpSpPr>
          <p:grpSpPr>
            <a:xfrm>
              <a:off x="14822492" y="3820122"/>
              <a:ext cx="1899987" cy="5705976"/>
              <a:chOff x="5510462" y="2237874"/>
              <a:chExt cx="1899987" cy="5705976"/>
            </a:xfrm>
          </p:grpSpPr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1A489514-7F87-B5B3-7AB2-F67FBCD76F11}"/>
                  </a:ext>
                </a:extLst>
              </p:cNvPr>
              <p:cNvSpPr/>
              <p:nvPr/>
            </p:nvSpPr>
            <p:spPr>
              <a:xfrm>
                <a:off x="5510462" y="2237874"/>
                <a:ext cx="1899987" cy="5705976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63" name="Group 262">
                <a:extLst>
                  <a:ext uri="{FF2B5EF4-FFF2-40B4-BE49-F238E27FC236}">
                    <a16:creationId xmlns:a16="http://schemas.microsoft.com/office/drawing/2014/main" id="{2AB48A66-0C68-8C92-47A2-FDCD3629A959}"/>
                  </a:ext>
                </a:extLst>
              </p:cNvPr>
              <p:cNvGrpSpPr/>
              <p:nvPr/>
            </p:nvGrpSpPr>
            <p:grpSpPr>
              <a:xfrm>
                <a:off x="5862136" y="2818397"/>
                <a:ext cx="1195890" cy="502075"/>
                <a:chOff x="5966910" y="2970798"/>
                <a:chExt cx="909889" cy="382002"/>
              </a:xfrm>
            </p:grpSpPr>
            <p:sp>
              <p:nvSpPr>
                <p:cNvPr id="270" name="Trapezoid 269">
                  <a:extLst>
                    <a:ext uri="{FF2B5EF4-FFF2-40B4-BE49-F238E27FC236}">
                      <a16:creationId xmlns:a16="http://schemas.microsoft.com/office/drawing/2014/main" id="{01E21D9F-238A-D99A-AC6A-CC09B953B770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1" name="Trapezoid 270">
                  <a:extLst>
                    <a:ext uri="{FF2B5EF4-FFF2-40B4-BE49-F238E27FC236}">
                      <a16:creationId xmlns:a16="http://schemas.microsoft.com/office/drawing/2014/main" id="{A5F09076-0ED2-45FA-48D3-377717C89D03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2" name="Trapezoid 271">
                  <a:extLst>
                    <a:ext uri="{FF2B5EF4-FFF2-40B4-BE49-F238E27FC236}">
                      <a16:creationId xmlns:a16="http://schemas.microsoft.com/office/drawing/2014/main" id="{7687BC2E-498E-D701-0508-491C446F5733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64" name="Group 263">
                <a:extLst>
                  <a:ext uri="{FF2B5EF4-FFF2-40B4-BE49-F238E27FC236}">
                    <a16:creationId xmlns:a16="http://schemas.microsoft.com/office/drawing/2014/main" id="{D45E710E-2A21-B796-9499-F6254BA0A7CC}"/>
                  </a:ext>
                </a:extLst>
              </p:cNvPr>
              <p:cNvGrpSpPr/>
              <p:nvPr/>
            </p:nvGrpSpPr>
            <p:grpSpPr>
              <a:xfrm rot="10800000">
                <a:off x="5862510" y="6769775"/>
                <a:ext cx="1195890" cy="502075"/>
                <a:chOff x="5966910" y="2970798"/>
                <a:chExt cx="909889" cy="382002"/>
              </a:xfrm>
            </p:grpSpPr>
            <p:sp>
              <p:nvSpPr>
                <p:cNvPr id="267" name="Trapezoid 266">
                  <a:extLst>
                    <a:ext uri="{FF2B5EF4-FFF2-40B4-BE49-F238E27FC236}">
                      <a16:creationId xmlns:a16="http://schemas.microsoft.com/office/drawing/2014/main" id="{A817A76E-2DAC-A976-A79C-018D31BCEA34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8" name="Trapezoid 267">
                  <a:extLst>
                    <a:ext uri="{FF2B5EF4-FFF2-40B4-BE49-F238E27FC236}">
                      <a16:creationId xmlns:a16="http://schemas.microsoft.com/office/drawing/2014/main" id="{FADECE2C-E916-6D24-9D8B-76D028659871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9" name="Trapezoid 268">
                  <a:extLst>
                    <a:ext uri="{FF2B5EF4-FFF2-40B4-BE49-F238E27FC236}">
                      <a16:creationId xmlns:a16="http://schemas.microsoft.com/office/drawing/2014/main" id="{A2695466-2E8C-6D93-B3A7-96117350437D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1B5D777D-B6CC-A8D0-A7C3-59EF5A76AAFF}"/>
                  </a:ext>
                </a:extLst>
              </p:cNvPr>
              <p:cNvSpPr/>
              <p:nvPr/>
            </p:nvSpPr>
            <p:spPr>
              <a:xfrm>
                <a:off x="5729923" y="4712607"/>
                <a:ext cx="264426" cy="26442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" name="Trapezoid 265">
                <a:extLst>
                  <a:ext uri="{FF2B5EF4-FFF2-40B4-BE49-F238E27FC236}">
                    <a16:creationId xmlns:a16="http://schemas.microsoft.com/office/drawing/2014/main" id="{DEB2FBA2-5522-240E-68BA-2D093E3709B3}"/>
                  </a:ext>
                </a:extLst>
              </p:cNvPr>
              <p:cNvSpPr/>
              <p:nvPr/>
            </p:nvSpPr>
            <p:spPr>
              <a:xfrm rot="5400000">
                <a:off x="5704847" y="5128569"/>
                <a:ext cx="314578" cy="68790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77926FD3-FBD4-E3CB-21D8-CAB0CFF05F22}"/>
                </a:ext>
              </a:extLst>
            </p:cNvPr>
            <p:cNvGrpSpPr/>
            <p:nvPr/>
          </p:nvGrpSpPr>
          <p:grpSpPr>
            <a:xfrm>
              <a:off x="16736244" y="3822600"/>
              <a:ext cx="1899987" cy="5705976"/>
              <a:chOff x="5510462" y="2237874"/>
              <a:chExt cx="1899987" cy="5705976"/>
            </a:xfrm>
          </p:grpSpPr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F808FC93-360E-E032-B42C-17D7A8E158BE}"/>
                  </a:ext>
                </a:extLst>
              </p:cNvPr>
              <p:cNvSpPr/>
              <p:nvPr/>
            </p:nvSpPr>
            <p:spPr>
              <a:xfrm>
                <a:off x="5510462" y="2237874"/>
                <a:ext cx="1899987" cy="5705976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75" name="Group 274">
                <a:extLst>
                  <a:ext uri="{FF2B5EF4-FFF2-40B4-BE49-F238E27FC236}">
                    <a16:creationId xmlns:a16="http://schemas.microsoft.com/office/drawing/2014/main" id="{0B027E1F-3BAD-D9C5-E051-3780091B6F67}"/>
                  </a:ext>
                </a:extLst>
              </p:cNvPr>
              <p:cNvGrpSpPr/>
              <p:nvPr/>
            </p:nvGrpSpPr>
            <p:grpSpPr>
              <a:xfrm>
                <a:off x="5862136" y="2818397"/>
                <a:ext cx="1195890" cy="502075"/>
                <a:chOff x="5966910" y="2970798"/>
                <a:chExt cx="909889" cy="382002"/>
              </a:xfrm>
            </p:grpSpPr>
            <p:sp>
              <p:nvSpPr>
                <p:cNvPr id="282" name="Trapezoid 281">
                  <a:extLst>
                    <a:ext uri="{FF2B5EF4-FFF2-40B4-BE49-F238E27FC236}">
                      <a16:creationId xmlns:a16="http://schemas.microsoft.com/office/drawing/2014/main" id="{0520ED04-7AA2-C6AA-DDAC-B5C73D0B57EB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3" name="Trapezoid 282">
                  <a:extLst>
                    <a:ext uri="{FF2B5EF4-FFF2-40B4-BE49-F238E27FC236}">
                      <a16:creationId xmlns:a16="http://schemas.microsoft.com/office/drawing/2014/main" id="{20CAAFB9-9730-5AF1-253F-1FCF6DA70C1B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4" name="Trapezoid 283">
                  <a:extLst>
                    <a:ext uri="{FF2B5EF4-FFF2-40B4-BE49-F238E27FC236}">
                      <a16:creationId xmlns:a16="http://schemas.microsoft.com/office/drawing/2014/main" id="{8DF6F939-C5A0-1BC6-7BF8-8D3940BA9542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76" name="Group 275">
                <a:extLst>
                  <a:ext uri="{FF2B5EF4-FFF2-40B4-BE49-F238E27FC236}">
                    <a16:creationId xmlns:a16="http://schemas.microsoft.com/office/drawing/2014/main" id="{A137235A-E0B5-A046-EEDD-1B9FDF2E68B7}"/>
                  </a:ext>
                </a:extLst>
              </p:cNvPr>
              <p:cNvGrpSpPr/>
              <p:nvPr/>
            </p:nvGrpSpPr>
            <p:grpSpPr>
              <a:xfrm rot="10800000">
                <a:off x="5862510" y="6769775"/>
                <a:ext cx="1195890" cy="502075"/>
                <a:chOff x="5966910" y="2970798"/>
                <a:chExt cx="909889" cy="382002"/>
              </a:xfrm>
            </p:grpSpPr>
            <p:sp>
              <p:nvSpPr>
                <p:cNvPr id="279" name="Trapezoid 278">
                  <a:extLst>
                    <a:ext uri="{FF2B5EF4-FFF2-40B4-BE49-F238E27FC236}">
                      <a16:creationId xmlns:a16="http://schemas.microsoft.com/office/drawing/2014/main" id="{3F2D93FA-FC39-31C5-222B-552731AEC01C}"/>
                    </a:ext>
                  </a:extLst>
                </p:cNvPr>
                <p:cNvSpPr/>
                <p:nvPr/>
              </p:nvSpPr>
              <p:spPr>
                <a:xfrm>
                  <a:off x="5966910" y="29707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0" name="Trapezoid 279">
                  <a:extLst>
                    <a:ext uri="{FF2B5EF4-FFF2-40B4-BE49-F238E27FC236}">
                      <a16:creationId xmlns:a16="http://schemas.microsoft.com/office/drawing/2014/main" id="{219027A3-9738-6945-A97A-0A3B8ED4D92D}"/>
                    </a:ext>
                  </a:extLst>
                </p:cNvPr>
                <p:cNvSpPr/>
                <p:nvPr/>
              </p:nvSpPr>
              <p:spPr>
                <a:xfrm>
                  <a:off x="5966910" y="31231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1" name="Trapezoid 280">
                  <a:extLst>
                    <a:ext uri="{FF2B5EF4-FFF2-40B4-BE49-F238E27FC236}">
                      <a16:creationId xmlns:a16="http://schemas.microsoft.com/office/drawing/2014/main" id="{6D3EFA03-CC35-2708-1CD6-AC568ED40891}"/>
                    </a:ext>
                  </a:extLst>
                </p:cNvPr>
                <p:cNvSpPr/>
                <p:nvPr/>
              </p:nvSpPr>
              <p:spPr>
                <a:xfrm>
                  <a:off x="5966910" y="3275598"/>
                  <a:ext cx="909889" cy="77202"/>
                </a:xfrm>
                <a:prstGeom prst="trapezoid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097237CA-9BC9-C0EE-E0D6-861F8D5C08CA}"/>
                  </a:ext>
                </a:extLst>
              </p:cNvPr>
              <p:cNvSpPr/>
              <p:nvPr/>
            </p:nvSpPr>
            <p:spPr>
              <a:xfrm>
                <a:off x="5729923" y="4712607"/>
                <a:ext cx="264426" cy="26442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" name="Trapezoid 277">
                <a:extLst>
                  <a:ext uri="{FF2B5EF4-FFF2-40B4-BE49-F238E27FC236}">
                    <a16:creationId xmlns:a16="http://schemas.microsoft.com/office/drawing/2014/main" id="{78B6299D-2969-C9F0-7191-D717371BC767}"/>
                  </a:ext>
                </a:extLst>
              </p:cNvPr>
              <p:cNvSpPr/>
              <p:nvPr/>
            </p:nvSpPr>
            <p:spPr>
              <a:xfrm rot="5400000">
                <a:off x="5704847" y="5128569"/>
                <a:ext cx="314578" cy="68790"/>
              </a:xfrm>
              <a:prstGeom prst="trapezoid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85" name="Picture 284" descr="A cartoon of a person with a green plant in his mouth&#10;&#10;AI-generated content may be incorrect.">
              <a:extLst>
                <a:ext uri="{FF2B5EF4-FFF2-40B4-BE49-F238E27FC236}">
                  <a16:creationId xmlns:a16="http://schemas.microsoft.com/office/drawing/2014/main" id="{F910365B-69C9-D5E3-D5B0-7B65CF9D3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7573" y="7005310"/>
              <a:ext cx="4744453" cy="51757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086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EC1164D-1D06-5944-1ADF-1211A8972DBF}"/>
              </a:ext>
            </a:extLst>
          </p:cNvPr>
          <p:cNvSpPr/>
          <p:nvPr/>
        </p:nvSpPr>
        <p:spPr>
          <a:xfrm rot="10800000">
            <a:off x="-3399" y="13700629"/>
            <a:ext cx="18288000" cy="185764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7CC7445-A892-0389-5626-482314077179}"/>
              </a:ext>
            </a:extLst>
          </p:cNvPr>
          <p:cNvSpPr/>
          <p:nvPr/>
        </p:nvSpPr>
        <p:spPr>
          <a:xfrm rot="10800000">
            <a:off x="16459200" y="13729469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6E326E-6B2C-F76F-61D7-B90DBD8C96A9}"/>
              </a:ext>
            </a:extLst>
          </p:cNvPr>
          <p:cNvSpPr/>
          <p:nvPr/>
        </p:nvSpPr>
        <p:spPr>
          <a:xfrm rot="10800000">
            <a:off x="14630400" y="11900669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6ECCF6-9454-E63E-178A-E20843B99877}"/>
              </a:ext>
            </a:extLst>
          </p:cNvPr>
          <p:cNvSpPr/>
          <p:nvPr/>
        </p:nvSpPr>
        <p:spPr>
          <a:xfrm rot="10800000">
            <a:off x="12804999" y="10071869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047C74-3332-D40C-6102-AD12234FAAA5}"/>
              </a:ext>
            </a:extLst>
          </p:cNvPr>
          <p:cNvSpPr/>
          <p:nvPr/>
        </p:nvSpPr>
        <p:spPr>
          <a:xfrm rot="10800000">
            <a:off x="10966002" y="11900669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269BB6-8EAF-2AC8-C1C1-423C3D65D4A0}"/>
              </a:ext>
            </a:extLst>
          </p:cNvPr>
          <p:cNvSpPr/>
          <p:nvPr/>
        </p:nvSpPr>
        <p:spPr>
          <a:xfrm rot="10800000">
            <a:off x="9137202" y="10052119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52BC20-6505-20A0-DD8C-A281BB9452C1}"/>
              </a:ext>
            </a:extLst>
          </p:cNvPr>
          <p:cNvSpPr/>
          <p:nvPr/>
        </p:nvSpPr>
        <p:spPr>
          <a:xfrm rot="10800000">
            <a:off x="7315200" y="11900669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AD2E51-857F-8554-27CC-036CC0717DA5}"/>
              </a:ext>
            </a:extLst>
          </p:cNvPr>
          <p:cNvSpPr/>
          <p:nvPr/>
        </p:nvSpPr>
        <p:spPr>
          <a:xfrm rot="10800000">
            <a:off x="5476068" y="13729469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23FC73-897B-A0AB-92CD-3C8AFAB0B0DF}"/>
              </a:ext>
            </a:extLst>
          </p:cNvPr>
          <p:cNvSpPr/>
          <p:nvPr/>
        </p:nvSpPr>
        <p:spPr>
          <a:xfrm rot="10800000">
            <a:off x="3678264" y="11900669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092B30-7843-41B0-E717-813EB816C299}"/>
              </a:ext>
            </a:extLst>
          </p:cNvPr>
          <p:cNvSpPr/>
          <p:nvPr/>
        </p:nvSpPr>
        <p:spPr>
          <a:xfrm rot="10800000">
            <a:off x="1825401" y="10043029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89020E-7377-C1AC-1F85-5A044BC258CA}"/>
              </a:ext>
            </a:extLst>
          </p:cNvPr>
          <p:cNvSpPr/>
          <p:nvPr/>
        </p:nvSpPr>
        <p:spPr>
          <a:xfrm rot="10800000">
            <a:off x="1825401" y="13729469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5F13E7-0176-E021-E05D-4987D5E96E73}"/>
              </a:ext>
            </a:extLst>
          </p:cNvPr>
          <p:cNvSpPr/>
          <p:nvPr/>
        </p:nvSpPr>
        <p:spPr>
          <a:xfrm rot="10800000">
            <a:off x="12801600" y="10052119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B6A4BB-9004-6E4D-3246-21673124A1AA}"/>
              </a:ext>
            </a:extLst>
          </p:cNvPr>
          <p:cNvSpPr/>
          <p:nvPr/>
        </p:nvSpPr>
        <p:spPr>
          <a:xfrm rot="10800000">
            <a:off x="9154332" y="13729469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67C2A-3B0D-87D7-8DE9-348025850A5E}"/>
              </a:ext>
            </a:extLst>
          </p:cNvPr>
          <p:cNvSpPr/>
          <p:nvPr/>
        </p:nvSpPr>
        <p:spPr>
          <a:xfrm rot="10800000">
            <a:off x="-6798" y="11871829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DDA63B-9F9B-ACE7-8A46-4E7A7B02A678}"/>
              </a:ext>
            </a:extLst>
          </p:cNvPr>
          <p:cNvSpPr/>
          <p:nvPr/>
        </p:nvSpPr>
        <p:spPr>
          <a:xfrm rot="10800000">
            <a:off x="12805016" y="13700629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71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5F8AAF9-2410-C007-20A6-B7397824BD3C}"/>
              </a:ext>
            </a:extLst>
          </p:cNvPr>
          <p:cNvSpPr/>
          <p:nvPr/>
        </p:nvSpPr>
        <p:spPr>
          <a:xfrm rot="10800000">
            <a:off x="0" y="0"/>
            <a:ext cx="18288000" cy="11012300"/>
          </a:xfrm>
          <a:prstGeom prst="rect">
            <a:avLst/>
          </a:prstGeom>
          <a:solidFill>
            <a:srgbClr val="F6D3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rapezoid 33">
            <a:extLst>
              <a:ext uri="{FF2B5EF4-FFF2-40B4-BE49-F238E27FC236}">
                <a16:creationId xmlns:a16="http://schemas.microsoft.com/office/drawing/2014/main" id="{69E1FBB8-3005-9EC4-52DA-AA8BD37BB2E1}"/>
              </a:ext>
            </a:extLst>
          </p:cNvPr>
          <p:cNvSpPr/>
          <p:nvPr/>
        </p:nvSpPr>
        <p:spPr>
          <a:xfrm rot="19800000">
            <a:off x="-609934" y="5949921"/>
            <a:ext cx="4547286" cy="1216152"/>
          </a:xfrm>
          <a:prstGeom prst="trapezoid">
            <a:avLst>
              <a:gd name="adj" fmla="val 57575"/>
            </a:avLst>
          </a:prstGeom>
          <a:solidFill>
            <a:srgbClr val="0F2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C2E09CE-1568-AB33-CDD3-22F27E7F583C}"/>
              </a:ext>
            </a:extLst>
          </p:cNvPr>
          <p:cNvSpPr/>
          <p:nvPr/>
        </p:nvSpPr>
        <p:spPr>
          <a:xfrm rot="10800000">
            <a:off x="2742865" y="5245071"/>
            <a:ext cx="12782884" cy="1216152"/>
          </a:xfrm>
          <a:prstGeom prst="rect">
            <a:avLst/>
          </a:prstGeom>
          <a:solidFill>
            <a:srgbClr val="0F2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rapezoid 36">
            <a:extLst>
              <a:ext uri="{FF2B5EF4-FFF2-40B4-BE49-F238E27FC236}">
                <a16:creationId xmlns:a16="http://schemas.microsoft.com/office/drawing/2014/main" id="{7DC3D979-AEDB-4228-0097-C33E3C97D6FE}"/>
              </a:ext>
            </a:extLst>
          </p:cNvPr>
          <p:cNvSpPr/>
          <p:nvPr/>
        </p:nvSpPr>
        <p:spPr>
          <a:xfrm rot="9000000">
            <a:off x="14300319" y="4517032"/>
            <a:ext cx="4635033" cy="1216152"/>
          </a:xfrm>
          <a:prstGeom prst="trapezoid">
            <a:avLst>
              <a:gd name="adj" fmla="val 57575"/>
            </a:avLst>
          </a:prstGeom>
          <a:solidFill>
            <a:srgbClr val="0F2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08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105BF-9067-1993-5C97-7A6170E52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7E94EC-2A91-4879-FFFA-BB1D23AD5FA0}"/>
              </a:ext>
            </a:extLst>
          </p:cNvPr>
          <p:cNvSpPr/>
          <p:nvPr/>
        </p:nvSpPr>
        <p:spPr>
          <a:xfrm rot="10800000">
            <a:off x="0" y="0"/>
            <a:ext cx="18288000" cy="11012300"/>
          </a:xfrm>
          <a:prstGeom prst="rect">
            <a:avLst/>
          </a:prstGeom>
          <a:solidFill>
            <a:srgbClr val="F9E1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564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4E37BB-B9FC-25A7-8E3E-3EF341F895AB}"/>
              </a:ext>
            </a:extLst>
          </p:cNvPr>
          <p:cNvSpPr/>
          <p:nvPr/>
        </p:nvSpPr>
        <p:spPr>
          <a:xfrm>
            <a:off x="3480619" y="10854813"/>
            <a:ext cx="619433" cy="943896"/>
          </a:xfrm>
          <a:prstGeom prst="rect">
            <a:avLst/>
          </a:prstGeom>
          <a:solidFill>
            <a:srgbClr val="643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23805B-79D5-1DA5-1132-7B7336764755}"/>
              </a:ext>
            </a:extLst>
          </p:cNvPr>
          <p:cNvSpPr/>
          <p:nvPr/>
        </p:nvSpPr>
        <p:spPr>
          <a:xfrm>
            <a:off x="8524567" y="10854813"/>
            <a:ext cx="619433" cy="943896"/>
          </a:xfrm>
          <a:prstGeom prst="rect">
            <a:avLst/>
          </a:prstGeom>
          <a:solidFill>
            <a:srgbClr val="643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C11AAF-93AD-B027-EA34-F5D207DF6FA8}"/>
              </a:ext>
            </a:extLst>
          </p:cNvPr>
          <p:cNvSpPr/>
          <p:nvPr/>
        </p:nvSpPr>
        <p:spPr>
          <a:xfrm>
            <a:off x="2861186" y="10294374"/>
            <a:ext cx="7138220" cy="943896"/>
          </a:xfrm>
          <a:prstGeom prst="rect">
            <a:avLst/>
          </a:prstGeom>
          <a:solidFill>
            <a:srgbClr val="643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Oil Barrel with solid fill">
            <a:extLst>
              <a:ext uri="{FF2B5EF4-FFF2-40B4-BE49-F238E27FC236}">
                <a16:creationId xmlns:a16="http://schemas.microsoft.com/office/drawing/2014/main" id="{39C19193-03F5-AED6-ED8B-0D0AA307A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3410" y="3994706"/>
            <a:ext cx="4188542" cy="5493775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B288201-F602-C9FA-23BB-301AA85CA6C4}"/>
              </a:ext>
            </a:extLst>
          </p:cNvPr>
          <p:cNvGrpSpPr/>
          <p:nvPr/>
        </p:nvGrpSpPr>
        <p:grpSpPr>
          <a:xfrm>
            <a:off x="8818517" y="5142549"/>
            <a:ext cx="1920919" cy="563880"/>
            <a:chOff x="8818517" y="5128260"/>
            <a:chExt cx="1920919" cy="56388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782A1E2-1D44-64D7-55DC-C387437670A5}"/>
                </a:ext>
              </a:extLst>
            </p:cNvPr>
            <p:cNvSpPr/>
            <p:nvPr/>
          </p:nvSpPr>
          <p:spPr>
            <a:xfrm>
              <a:off x="8818517" y="5128260"/>
              <a:ext cx="1920919" cy="56388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3A8CEA-9809-B7D0-52E3-7CB69ADC1229}"/>
                </a:ext>
              </a:extLst>
            </p:cNvPr>
            <p:cNvSpPr/>
            <p:nvPr/>
          </p:nvSpPr>
          <p:spPr>
            <a:xfrm>
              <a:off x="8982075" y="5128260"/>
              <a:ext cx="1757360" cy="56388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0B72B04-3B1C-8BFD-9221-568AB1B07AB2}"/>
              </a:ext>
            </a:extLst>
          </p:cNvPr>
          <p:cNvGrpSpPr/>
          <p:nvPr/>
        </p:nvGrpSpPr>
        <p:grpSpPr>
          <a:xfrm>
            <a:off x="8818514" y="6281735"/>
            <a:ext cx="1920920" cy="1014415"/>
            <a:chOff x="8818514" y="6281735"/>
            <a:chExt cx="1920920" cy="1014415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46E236C-5E4D-00F3-CFEF-66DBD0B04905}"/>
                </a:ext>
              </a:extLst>
            </p:cNvPr>
            <p:cNvGrpSpPr/>
            <p:nvPr/>
          </p:nvGrpSpPr>
          <p:grpSpPr>
            <a:xfrm>
              <a:off x="8818515" y="6281735"/>
              <a:ext cx="1920919" cy="1014415"/>
              <a:chOff x="8818517" y="5128260"/>
              <a:chExt cx="1920919" cy="563880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4A88AD08-0A2A-4408-2DDD-9EFB0233FBAE}"/>
                  </a:ext>
                </a:extLst>
              </p:cNvPr>
              <p:cNvSpPr/>
              <p:nvPr/>
            </p:nvSpPr>
            <p:spPr>
              <a:xfrm>
                <a:off x="8818517" y="5128260"/>
                <a:ext cx="1920919" cy="56388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2B28A77-CE2C-D0F8-EDAE-D1A44D504A27}"/>
                  </a:ext>
                </a:extLst>
              </p:cNvPr>
              <p:cNvSpPr/>
              <p:nvPr/>
            </p:nvSpPr>
            <p:spPr>
              <a:xfrm>
                <a:off x="8982075" y="5128260"/>
                <a:ext cx="1757360" cy="5638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3EC9E2E-DC5E-B02B-F32E-5E485368D5C3}"/>
                </a:ext>
              </a:extLst>
            </p:cNvPr>
            <p:cNvSpPr/>
            <p:nvPr/>
          </p:nvSpPr>
          <p:spPr>
            <a:xfrm>
              <a:off x="8818514" y="6281735"/>
              <a:ext cx="890742" cy="56388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0342C60-587B-7B9E-AE46-7F3EE35D32E9}"/>
              </a:ext>
            </a:extLst>
          </p:cNvPr>
          <p:cNvGrpSpPr/>
          <p:nvPr/>
        </p:nvGrpSpPr>
        <p:grpSpPr>
          <a:xfrm>
            <a:off x="8818513" y="7886700"/>
            <a:ext cx="1920920" cy="688975"/>
            <a:chOff x="8818514" y="6281735"/>
            <a:chExt cx="1920920" cy="1014415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ABC5877-218E-E623-81AD-BE62509A0A14}"/>
                </a:ext>
              </a:extLst>
            </p:cNvPr>
            <p:cNvGrpSpPr/>
            <p:nvPr/>
          </p:nvGrpSpPr>
          <p:grpSpPr>
            <a:xfrm>
              <a:off x="8818515" y="6281735"/>
              <a:ext cx="1920919" cy="1014415"/>
              <a:chOff x="8818517" y="5128260"/>
              <a:chExt cx="1920919" cy="563880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18D7A912-F0A9-90A1-B733-1322CA367E52}"/>
                  </a:ext>
                </a:extLst>
              </p:cNvPr>
              <p:cNvSpPr/>
              <p:nvPr/>
            </p:nvSpPr>
            <p:spPr>
              <a:xfrm>
                <a:off x="8818517" y="5128260"/>
                <a:ext cx="1920919" cy="56388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9D34AC3-C7DD-73E9-CE42-36F25012A6A5}"/>
                  </a:ext>
                </a:extLst>
              </p:cNvPr>
              <p:cNvSpPr/>
              <p:nvPr/>
            </p:nvSpPr>
            <p:spPr>
              <a:xfrm>
                <a:off x="8982075" y="5128260"/>
                <a:ext cx="1757360" cy="5638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8D6184E-2987-1EDC-F6EC-3EBA930B2FDB}"/>
                </a:ext>
              </a:extLst>
            </p:cNvPr>
            <p:cNvSpPr/>
            <p:nvPr/>
          </p:nvSpPr>
          <p:spPr>
            <a:xfrm>
              <a:off x="8818514" y="6281735"/>
              <a:ext cx="890742" cy="56388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68CC674-F485-6AE4-E6C7-3AC0D59E3839}"/>
              </a:ext>
            </a:extLst>
          </p:cNvPr>
          <p:cNvGrpSpPr/>
          <p:nvPr/>
        </p:nvGrpSpPr>
        <p:grpSpPr>
          <a:xfrm>
            <a:off x="1863958" y="12980844"/>
            <a:ext cx="4219752" cy="4432371"/>
            <a:chOff x="11801855" y="5950903"/>
            <a:chExt cx="4219752" cy="4432371"/>
          </a:xfrm>
        </p:grpSpPr>
        <p:pic>
          <p:nvPicPr>
            <p:cNvPr id="36" name="Picture 35" descr="A grey barrel with a black background&#10;&#10;AI-generated content may be incorrect.">
              <a:extLst>
                <a:ext uri="{FF2B5EF4-FFF2-40B4-BE49-F238E27FC236}">
                  <a16:creationId xmlns:a16="http://schemas.microsoft.com/office/drawing/2014/main" id="{8DD6A0FF-CB31-26D5-CDFA-F0518E000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8705"/>
            <a:stretch/>
          </p:blipFill>
          <p:spPr>
            <a:xfrm>
              <a:off x="11831952" y="8664575"/>
              <a:ext cx="4189655" cy="1718699"/>
            </a:xfrm>
            <a:prstGeom prst="rect">
              <a:avLst/>
            </a:prstGeom>
          </p:spPr>
        </p:pic>
        <p:pic>
          <p:nvPicPr>
            <p:cNvPr id="37" name="Picture 36" descr="A grey barrel with a black background&#10;&#10;AI-generated content may be incorrect.">
              <a:extLst>
                <a:ext uri="{FF2B5EF4-FFF2-40B4-BE49-F238E27FC236}">
                  <a16:creationId xmlns:a16="http://schemas.microsoft.com/office/drawing/2014/main" id="{79C18C29-7991-F2E3-8460-26B30799C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55" t="40512" r="455" b="30968"/>
            <a:stretch/>
          </p:blipFill>
          <p:spPr>
            <a:xfrm>
              <a:off x="11801855" y="7383939"/>
              <a:ext cx="4189655" cy="1566299"/>
            </a:xfrm>
            <a:prstGeom prst="rect">
              <a:avLst/>
            </a:prstGeom>
          </p:spPr>
        </p:pic>
        <p:pic>
          <p:nvPicPr>
            <p:cNvPr id="38" name="Picture 37" descr="A grey barrel with a black background&#10;&#10;AI-generated content may be incorrect.">
              <a:extLst>
                <a:ext uri="{FF2B5EF4-FFF2-40B4-BE49-F238E27FC236}">
                  <a16:creationId xmlns:a16="http://schemas.microsoft.com/office/drawing/2014/main" id="{16CE63BD-6EFF-83FA-0742-E9243B1D31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640" b="61840"/>
            <a:stretch/>
          </p:blipFill>
          <p:spPr>
            <a:xfrm>
              <a:off x="11831952" y="5950903"/>
              <a:ext cx="4189655" cy="1566299"/>
            </a:xfrm>
            <a:prstGeom prst="rect">
              <a:avLst/>
            </a:prstGeom>
          </p:spPr>
        </p:pic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163BFFE0-00AC-6707-C78E-F4B3DDAB2121}"/>
                </a:ext>
              </a:extLst>
            </p:cNvPr>
            <p:cNvGrpSpPr/>
            <p:nvPr/>
          </p:nvGrpSpPr>
          <p:grpSpPr>
            <a:xfrm>
              <a:off x="13198787" y="6704009"/>
              <a:ext cx="1729188" cy="397973"/>
              <a:chOff x="8818517" y="5128269"/>
              <a:chExt cx="1920919" cy="717670"/>
            </a:xfrm>
            <a:solidFill>
              <a:schemeClr val="bg1">
                <a:lumMod val="75000"/>
              </a:schemeClr>
            </a:solidFill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945A3705-3F65-F6EE-A76C-811716C4F790}"/>
                  </a:ext>
                </a:extLst>
              </p:cNvPr>
              <p:cNvSpPr/>
              <p:nvPr/>
            </p:nvSpPr>
            <p:spPr>
              <a:xfrm>
                <a:off x="8818517" y="5128269"/>
                <a:ext cx="1920919" cy="717668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0F2BACD-33F7-D8FA-A620-1F74C4F5D730}"/>
                  </a:ext>
                </a:extLst>
              </p:cNvPr>
              <p:cNvSpPr/>
              <p:nvPr/>
            </p:nvSpPr>
            <p:spPr>
              <a:xfrm>
                <a:off x="8982075" y="5128271"/>
                <a:ext cx="1757360" cy="71766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01064E4-CEB8-C4B2-FE5D-09F6AB94B4C7}"/>
                </a:ext>
              </a:extLst>
            </p:cNvPr>
            <p:cNvGrpSpPr/>
            <p:nvPr/>
          </p:nvGrpSpPr>
          <p:grpSpPr>
            <a:xfrm>
              <a:off x="13198787" y="7604118"/>
              <a:ext cx="1718140" cy="792748"/>
              <a:chOff x="8818517" y="5128260"/>
              <a:chExt cx="1920919" cy="601676"/>
            </a:xfrm>
            <a:solidFill>
              <a:schemeClr val="bg1">
                <a:lumMod val="75000"/>
              </a:schemeClr>
            </a:solidFill>
          </p:grpSpPr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8B185E27-93EF-00D5-5E5C-454B95540E82}"/>
                  </a:ext>
                </a:extLst>
              </p:cNvPr>
              <p:cNvSpPr/>
              <p:nvPr/>
            </p:nvSpPr>
            <p:spPr>
              <a:xfrm>
                <a:off x="8818517" y="5128260"/>
                <a:ext cx="1920919" cy="601675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FB58B66-7653-AD45-6C14-938AAD4DC5CE}"/>
                  </a:ext>
                </a:extLst>
              </p:cNvPr>
              <p:cNvSpPr/>
              <p:nvPr/>
            </p:nvSpPr>
            <p:spPr>
              <a:xfrm>
                <a:off x="8982075" y="5128260"/>
                <a:ext cx="1757360" cy="6016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306DB5C-8BBD-F2E5-6DC4-D1A5ECE5E180}"/>
                </a:ext>
              </a:extLst>
            </p:cNvPr>
            <p:cNvGrpSpPr/>
            <p:nvPr/>
          </p:nvGrpSpPr>
          <p:grpSpPr>
            <a:xfrm>
              <a:off x="13198787" y="8907459"/>
              <a:ext cx="1729187" cy="512272"/>
              <a:chOff x="8818517" y="5128260"/>
              <a:chExt cx="1920919" cy="611638"/>
            </a:xfrm>
            <a:solidFill>
              <a:schemeClr val="bg1">
                <a:lumMod val="75000"/>
              </a:schemeClr>
            </a:solidFill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8EEF263A-30D6-1D78-51E1-60E3D5850DC8}"/>
                  </a:ext>
                </a:extLst>
              </p:cNvPr>
              <p:cNvSpPr/>
              <p:nvPr/>
            </p:nvSpPr>
            <p:spPr>
              <a:xfrm>
                <a:off x="8818517" y="5128260"/>
                <a:ext cx="1920919" cy="611638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D358EC7B-9F7A-2C50-C7B1-724A7164F330}"/>
                  </a:ext>
                </a:extLst>
              </p:cNvPr>
              <p:cNvSpPr/>
              <p:nvPr/>
            </p:nvSpPr>
            <p:spPr>
              <a:xfrm>
                <a:off x="8982075" y="5128260"/>
                <a:ext cx="1757360" cy="61163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7F8E68FC-9B82-298D-361A-D508F2E0528C}"/>
                </a:ext>
              </a:extLst>
            </p:cNvPr>
            <p:cNvGrpSpPr/>
            <p:nvPr/>
          </p:nvGrpSpPr>
          <p:grpSpPr>
            <a:xfrm>
              <a:off x="13403056" y="6784976"/>
              <a:ext cx="1528093" cy="281464"/>
              <a:chOff x="8818517" y="5128260"/>
              <a:chExt cx="1920919" cy="1022180"/>
            </a:xfrm>
            <a:solidFill>
              <a:schemeClr val="bg1">
                <a:lumMod val="85000"/>
              </a:schemeClr>
            </a:solidFill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C21BF3B6-01AD-6EAA-7EF5-BA9CE5E0170A}"/>
                  </a:ext>
                </a:extLst>
              </p:cNvPr>
              <p:cNvSpPr/>
              <p:nvPr/>
            </p:nvSpPr>
            <p:spPr>
              <a:xfrm>
                <a:off x="8818517" y="5128260"/>
                <a:ext cx="1920919" cy="102218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10CEC65A-1011-CD87-BD13-310D41CFF5CF}"/>
                  </a:ext>
                </a:extLst>
              </p:cNvPr>
              <p:cNvSpPr/>
              <p:nvPr/>
            </p:nvSpPr>
            <p:spPr>
              <a:xfrm>
                <a:off x="8982076" y="5128260"/>
                <a:ext cx="1757360" cy="10221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5124A2A-3789-73DE-1922-EBE1EC977876}"/>
                </a:ext>
              </a:extLst>
            </p:cNvPr>
            <p:cNvGrpSpPr/>
            <p:nvPr/>
          </p:nvGrpSpPr>
          <p:grpSpPr>
            <a:xfrm>
              <a:off x="13436458" y="7755323"/>
              <a:ext cx="1480468" cy="572209"/>
              <a:chOff x="8818517" y="5128259"/>
              <a:chExt cx="1920919" cy="721874"/>
            </a:xfrm>
            <a:solidFill>
              <a:schemeClr val="bg1">
                <a:lumMod val="85000"/>
              </a:schemeClr>
            </a:solidFill>
          </p:grpSpPr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C670F7E8-9643-9E64-41F9-0A5C077FD9C7}"/>
                  </a:ext>
                </a:extLst>
              </p:cNvPr>
              <p:cNvSpPr/>
              <p:nvPr/>
            </p:nvSpPr>
            <p:spPr>
              <a:xfrm>
                <a:off x="8818517" y="5128259"/>
                <a:ext cx="1920919" cy="721874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2937BE8-09C1-1397-0B9C-CC69D50CD7EA}"/>
                  </a:ext>
                </a:extLst>
              </p:cNvPr>
              <p:cNvSpPr/>
              <p:nvPr/>
            </p:nvSpPr>
            <p:spPr>
              <a:xfrm>
                <a:off x="8982073" y="5128259"/>
                <a:ext cx="1757362" cy="72187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1253BB6-EFCC-6FFC-A38F-24C805C8BC4C}"/>
                </a:ext>
              </a:extLst>
            </p:cNvPr>
            <p:cNvGrpSpPr/>
            <p:nvPr/>
          </p:nvGrpSpPr>
          <p:grpSpPr>
            <a:xfrm>
              <a:off x="13516561" y="9003155"/>
              <a:ext cx="1413793" cy="379472"/>
              <a:chOff x="8818517" y="5128260"/>
              <a:chExt cx="1920919" cy="715079"/>
            </a:xfrm>
            <a:solidFill>
              <a:schemeClr val="bg1">
                <a:lumMod val="85000"/>
              </a:schemeClr>
            </a:solidFill>
          </p:grpSpPr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D363FBD3-2B1C-89D7-A4C3-F73EE6483481}"/>
                  </a:ext>
                </a:extLst>
              </p:cNvPr>
              <p:cNvSpPr/>
              <p:nvPr/>
            </p:nvSpPr>
            <p:spPr>
              <a:xfrm>
                <a:off x="8818517" y="5128260"/>
                <a:ext cx="1920919" cy="715079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6AF414AA-9C3B-4BFF-7FC4-F853FC310F9B}"/>
                  </a:ext>
                </a:extLst>
              </p:cNvPr>
              <p:cNvSpPr/>
              <p:nvPr/>
            </p:nvSpPr>
            <p:spPr>
              <a:xfrm>
                <a:off x="8982074" y="5128260"/>
                <a:ext cx="1757360" cy="71507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C2329E82-09A7-8AAB-F72B-78CA803A3406}"/>
              </a:ext>
            </a:extLst>
          </p:cNvPr>
          <p:cNvSpPr/>
          <p:nvPr/>
        </p:nvSpPr>
        <p:spPr>
          <a:xfrm>
            <a:off x="578362" y="5120076"/>
            <a:ext cx="2902257" cy="5263197"/>
          </a:xfrm>
          <a:prstGeom prst="rect">
            <a:avLst/>
          </a:prstGeom>
          <a:solidFill>
            <a:srgbClr val="643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Graphic 66" descr="Door Open with solid fill">
            <a:extLst>
              <a:ext uri="{FF2B5EF4-FFF2-40B4-BE49-F238E27FC236}">
                <a16:creationId xmlns:a16="http://schemas.microsoft.com/office/drawing/2014/main" id="{B17AF964-76A7-CD2E-9F69-4F5E27F670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0" y="8686800"/>
            <a:ext cx="6740014" cy="6740014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28B22FFF-8D24-270F-799E-0A66EF82242B}"/>
              </a:ext>
            </a:extLst>
          </p:cNvPr>
          <p:cNvSpPr/>
          <p:nvPr/>
        </p:nvSpPr>
        <p:spPr>
          <a:xfrm>
            <a:off x="5288932" y="1268548"/>
            <a:ext cx="1684421" cy="16844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112E95B0-F60E-6DBC-D6A0-4F2506939E4B}"/>
              </a:ext>
            </a:extLst>
          </p:cNvPr>
          <p:cNvSpPr/>
          <p:nvPr/>
        </p:nvSpPr>
        <p:spPr>
          <a:xfrm rot="2700000">
            <a:off x="4088136" y="1236793"/>
            <a:ext cx="1747929" cy="1747929"/>
          </a:xfrm>
          <a:prstGeom prst="arc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8B1E0520-0A57-B582-234D-AC65DEE1D2FF}"/>
              </a:ext>
            </a:extLst>
          </p:cNvPr>
          <p:cNvSpPr/>
          <p:nvPr/>
        </p:nvSpPr>
        <p:spPr>
          <a:xfrm rot="13500000">
            <a:off x="6414630" y="1236792"/>
            <a:ext cx="1747929" cy="1747929"/>
          </a:xfrm>
          <a:prstGeom prst="arc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8214E65-1B83-A0BD-E5BD-4DDE484D5E98}"/>
              </a:ext>
            </a:extLst>
          </p:cNvPr>
          <p:cNvCxnSpPr>
            <a:cxnSpLocks/>
            <a:endCxn id="2" idx="4"/>
          </p:cNvCxnSpPr>
          <p:nvPr/>
        </p:nvCxnSpPr>
        <p:spPr>
          <a:xfrm>
            <a:off x="6104689" y="1268548"/>
            <a:ext cx="26454" cy="168442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ED9A2BF-4F95-FA64-FBB6-E6101BB509EA}"/>
              </a:ext>
            </a:extLst>
          </p:cNvPr>
          <p:cNvSpPr/>
          <p:nvPr/>
        </p:nvSpPr>
        <p:spPr>
          <a:xfrm>
            <a:off x="3726127" y="4661079"/>
            <a:ext cx="5943279" cy="3541220"/>
          </a:xfrm>
          <a:prstGeom prst="ellipse">
            <a:avLst/>
          </a:prstGeom>
          <a:noFill/>
          <a:ln w="130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6595A22-51B8-0AE9-0EB2-98CE8D787E25}"/>
              </a:ext>
            </a:extLst>
          </p:cNvPr>
          <p:cNvGrpSpPr/>
          <p:nvPr/>
        </p:nvGrpSpPr>
        <p:grpSpPr>
          <a:xfrm>
            <a:off x="11036242" y="697797"/>
            <a:ext cx="6894286" cy="6353931"/>
            <a:chOff x="11036242" y="697797"/>
            <a:chExt cx="6894286" cy="635393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0E7E465-7F59-338E-83DE-03684D0C5266}"/>
                </a:ext>
              </a:extLst>
            </p:cNvPr>
            <p:cNvSpPr/>
            <p:nvPr/>
          </p:nvSpPr>
          <p:spPr>
            <a:xfrm>
              <a:off x="11036242" y="697797"/>
              <a:ext cx="6894286" cy="4364855"/>
            </a:xfrm>
            <a:prstGeom prst="rect">
              <a:avLst/>
            </a:prstGeom>
            <a:solidFill>
              <a:srgbClr val="FCEDD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3181F5E-B4C5-16A3-5F38-ACE857153C66}"/>
                </a:ext>
              </a:extLst>
            </p:cNvPr>
            <p:cNvGrpSpPr/>
            <p:nvPr/>
          </p:nvGrpSpPr>
          <p:grpSpPr>
            <a:xfrm>
              <a:off x="13088143" y="3091543"/>
              <a:ext cx="2790486" cy="1912384"/>
              <a:chOff x="12537535" y="3037373"/>
              <a:chExt cx="3891701" cy="2020723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DB760ED-3FF4-0A69-A8BE-215D3ABA219B}"/>
                  </a:ext>
                </a:extLst>
              </p:cNvPr>
              <p:cNvSpPr/>
              <p:nvPr/>
            </p:nvSpPr>
            <p:spPr>
              <a:xfrm>
                <a:off x="12537535" y="3037373"/>
                <a:ext cx="3891701" cy="2020723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94BA415-5469-4CD5-8947-698EDC71D87D}"/>
                  </a:ext>
                </a:extLst>
              </p:cNvPr>
              <p:cNvSpPr/>
              <p:nvPr/>
            </p:nvSpPr>
            <p:spPr>
              <a:xfrm>
                <a:off x="12901948" y="3346729"/>
                <a:ext cx="3162876" cy="1349096"/>
              </a:xfrm>
              <a:prstGeom prst="rect">
                <a:avLst/>
              </a:prstGeom>
              <a:solidFill>
                <a:srgbClr val="FCEDD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" name="Circle: Hollow 11">
              <a:extLst>
                <a:ext uri="{FF2B5EF4-FFF2-40B4-BE49-F238E27FC236}">
                  <a16:creationId xmlns:a16="http://schemas.microsoft.com/office/drawing/2014/main" id="{72A1DBC7-FB11-B6C1-99B2-7D4A6F45BA50}"/>
                </a:ext>
              </a:extLst>
            </p:cNvPr>
            <p:cNvSpPr/>
            <p:nvPr/>
          </p:nvSpPr>
          <p:spPr>
            <a:xfrm>
              <a:off x="13108514" y="4338148"/>
              <a:ext cx="2859276" cy="1061002"/>
            </a:xfrm>
            <a:prstGeom prst="donu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FFB4EEC-DE4D-EC1E-CDF4-D4AD40D73688}"/>
                </a:ext>
              </a:extLst>
            </p:cNvPr>
            <p:cNvSpPr/>
            <p:nvPr/>
          </p:nvSpPr>
          <p:spPr>
            <a:xfrm>
              <a:off x="13105183" y="4890187"/>
              <a:ext cx="134548" cy="158637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F88448B-9201-F1CD-0096-EE2718BE8A1A}"/>
                </a:ext>
              </a:extLst>
            </p:cNvPr>
            <p:cNvSpPr/>
            <p:nvPr/>
          </p:nvSpPr>
          <p:spPr>
            <a:xfrm>
              <a:off x="13560415" y="5099507"/>
              <a:ext cx="134548" cy="173177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17B53CD-0B3C-A834-3CEC-842E7FE5E5B8}"/>
                </a:ext>
              </a:extLst>
            </p:cNvPr>
            <p:cNvSpPr/>
            <p:nvPr/>
          </p:nvSpPr>
          <p:spPr>
            <a:xfrm>
              <a:off x="14015647" y="5309080"/>
              <a:ext cx="134548" cy="173177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BC6A296-D5D6-F753-E334-5E184C894613}"/>
                </a:ext>
              </a:extLst>
            </p:cNvPr>
            <p:cNvSpPr/>
            <p:nvPr/>
          </p:nvSpPr>
          <p:spPr>
            <a:xfrm>
              <a:off x="14470879" y="5319949"/>
              <a:ext cx="134548" cy="173177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B504718-3CBB-0DEC-9CF7-764F9D9A9D2F}"/>
                </a:ext>
              </a:extLst>
            </p:cNvPr>
            <p:cNvSpPr/>
            <p:nvPr/>
          </p:nvSpPr>
          <p:spPr>
            <a:xfrm>
              <a:off x="14926111" y="5305612"/>
              <a:ext cx="134548" cy="173177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24FCE1D-A173-2697-88BE-2CEF699AA630}"/>
                </a:ext>
              </a:extLst>
            </p:cNvPr>
            <p:cNvSpPr/>
            <p:nvPr/>
          </p:nvSpPr>
          <p:spPr>
            <a:xfrm>
              <a:off x="15381343" y="5123668"/>
              <a:ext cx="134548" cy="173177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5979731-7F4C-33A8-DB91-B5D5EFD6F231}"/>
                </a:ext>
              </a:extLst>
            </p:cNvPr>
            <p:cNvSpPr/>
            <p:nvPr/>
          </p:nvSpPr>
          <p:spPr>
            <a:xfrm>
              <a:off x="15836573" y="4866187"/>
              <a:ext cx="134548" cy="158637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09E964C-F21F-3833-D740-0D052079E2FC}"/>
                </a:ext>
              </a:extLst>
            </p:cNvPr>
            <p:cNvSpPr/>
            <p:nvPr/>
          </p:nvSpPr>
          <p:spPr>
            <a:xfrm rot="2700000">
              <a:off x="13324576" y="5033546"/>
              <a:ext cx="134548" cy="60745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F488621-320B-A565-4B8B-A825805DC34F}"/>
                </a:ext>
              </a:extLst>
            </p:cNvPr>
            <p:cNvSpPr/>
            <p:nvPr/>
          </p:nvSpPr>
          <p:spPr>
            <a:xfrm rot="2700000">
              <a:off x="13473528" y="5071031"/>
              <a:ext cx="134548" cy="1089484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99CF20B-AC85-6725-2DC5-E207BA7BDD1D}"/>
                </a:ext>
              </a:extLst>
            </p:cNvPr>
            <p:cNvSpPr/>
            <p:nvPr/>
          </p:nvSpPr>
          <p:spPr>
            <a:xfrm rot="2700000">
              <a:off x="13682540" y="5052074"/>
              <a:ext cx="134548" cy="1619933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A5F4D119-B8B7-2EE9-10E6-7D51129E7589}"/>
                </a:ext>
              </a:extLst>
            </p:cNvPr>
            <p:cNvSpPr/>
            <p:nvPr/>
          </p:nvSpPr>
          <p:spPr>
            <a:xfrm rot="2700000">
              <a:off x="13945072" y="5033647"/>
              <a:ext cx="134548" cy="1931705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073E729-6764-8B0D-332F-FCBBB2C0A841}"/>
                </a:ext>
              </a:extLst>
            </p:cNvPr>
            <p:cNvSpPr/>
            <p:nvPr/>
          </p:nvSpPr>
          <p:spPr>
            <a:xfrm rot="2700000">
              <a:off x="14384970" y="4895976"/>
              <a:ext cx="134548" cy="233252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FE38DA3-82A3-0945-F5C8-CAD267816BF3}"/>
                </a:ext>
              </a:extLst>
            </p:cNvPr>
            <p:cNvSpPr/>
            <p:nvPr/>
          </p:nvSpPr>
          <p:spPr>
            <a:xfrm rot="2700000">
              <a:off x="14859659" y="4738476"/>
              <a:ext cx="134548" cy="2644155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3B29C4F5-E6CE-B679-E0CC-D5B0F6BC7529}"/>
                </a:ext>
              </a:extLst>
            </p:cNvPr>
            <p:cNvSpPr/>
            <p:nvPr/>
          </p:nvSpPr>
          <p:spPr>
            <a:xfrm rot="2700000">
              <a:off x="15043921" y="5225710"/>
              <a:ext cx="134548" cy="220330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0CFA1AD-F752-2B8D-260C-441874924968}"/>
                </a:ext>
              </a:extLst>
            </p:cNvPr>
            <p:cNvSpPr/>
            <p:nvPr/>
          </p:nvSpPr>
          <p:spPr>
            <a:xfrm rot="2700000">
              <a:off x="15326084" y="5829932"/>
              <a:ext cx="134548" cy="144195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4680E54-C27A-4A24-A5C9-898A7779E9CE}"/>
                </a:ext>
              </a:extLst>
            </p:cNvPr>
            <p:cNvSpPr/>
            <p:nvPr/>
          </p:nvSpPr>
          <p:spPr>
            <a:xfrm rot="2700000">
              <a:off x="15619771" y="6318078"/>
              <a:ext cx="134548" cy="70402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86827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228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D. Preston Peek</dc:creator>
  <cp:lastModifiedBy>D. Preston Peek</cp:lastModifiedBy>
  <cp:revision>9</cp:revision>
  <dcterms:created xsi:type="dcterms:W3CDTF">2025-06-02T02:14:25Z</dcterms:created>
  <dcterms:modified xsi:type="dcterms:W3CDTF">2025-07-14T20:19:39Z</dcterms:modified>
</cp:coreProperties>
</file>